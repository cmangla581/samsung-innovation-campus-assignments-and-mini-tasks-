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EA79-AA51-3167-E708-C7E463DF7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E9EAC-5BC7-1437-6F6D-F1CCC9376D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95245-BB07-6CF1-6A9E-5580CD805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7BECB-D3A2-C76D-26B7-5F02208F2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9B62B-29DC-C239-BD76-53CF34A2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43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ED45E-44F2-34E1-1343-5F0F2FBC6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FDA38-20A0-AE72-02D1-FEA2BEC88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5A552-ADD6-223D-706A-FAB63E284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143B-6E0B-13FB-682C-56DC2E4F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763EF-EFD8-B0EC-D868-49BB82BA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11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654C4-1574-A7FD-08AC-7D6400D8E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9750E-5C01-3613-6237-531F9D415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1BBAE-60BB-EA01-EBCA-4DBCE956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56C74-74AA-54D9-4CB4-EDFDB363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859EA-516C-5E0E-7F51-9B6A5460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882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DDEB-1570-5097-1AF5-434D2B8AB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2FD3-D724-D140-33E0-7DA3DE3C3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78D66-A951-016B-F35F-903CC6944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C8E07-22E3-0829-D08C-E1B9B88B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FDF89-6C15-CDCC-01B3-34FCBE84D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CE3E1-182F-4AEB-778C-6E135B07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30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A4AFB-CA78-4FF4-B42E-EA1A0317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0127A-5B4E-02A0-2FAC-1753E3F45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12C86-D761-596B-5B4D-EDDA0F68F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19460B-6E53-2AD7-FCCF-3B393D454E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44E80-AD3B-01A8-6F0A-000A1024F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1560A6-CB20-3C3E-AC06-FCD82345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B910B-B8EF-AEE9-5638-F4BCB8B6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6F333-C620-F901-83E7-2B92E8984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451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53AA0-46F5-2B81-A8BF-96781CE4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DE7B6-2B89-861B-322F-7E813E35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B68BA-BA25-AFFB-0A66-5373CB3D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29D1D-4175-58F3-B19A-693A0608F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44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81092-5648-A071-21C4-136EB81E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E39128-0E8A-2F4E-CE4C-B4049958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1B490-9F36-3477-96CD-DE44783D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500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A3519-1708-0EC9-0D52-409E7EA3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277CB-0E81-7E9A-C5BC-CE8B4F62E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9BDD5-B717-7650-E3CD-081788CD0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D8336-CB4A-9AE8-6DDA-DBB91379C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4D6ED-5C35-B4CA-1C22-59582DEFD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DDB72E-9AAD-5C2C-C590-E5A59C72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023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DFC3-69A6-CA4B-1C65-FD11F8E0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F38B2-85E7-E862-D441-D220CF70D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B5F60-C311-4B9F-1A4C-D0871B9DF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ACA91-3709-8F49-1D41-8F39DF8D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A3B51-9411-62D5-6D17-EC591EFE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4ADEF-31E5-C685-6EE5-4D47D148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60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45102-8103-1A13-F20C-EDA71D6E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1CA3B-7132-9D9F-A8E8-FF552E729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68521-F49D-63B8-29FA-68DD9379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B4105-6633-B61C-457B-95DFFB519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5C03D-9761-3374-58B0-0CD0D833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83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8F5DA8-D337-FB5B-9693-F66B80531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F9D21-DB9C-DCF4-E638-58517CAB6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72D87-262F-199A-6292-7BDA4182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80FFF-01B9-0972-F546-445A3B177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AE8AB-FB5A-9F2C-062A-7E3B36D5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4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51E99-717A-EA18-B0DC-46D8D062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A55D4-327F-D40C-ECF5-CEAA08415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190B0-7D51-9EBD-3279-26091201F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D2F8D-E6C9-453B-8FA7-4EDCC697988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8DA18-D7B7-CF86-30DC-C2DF56D6D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CB2D1-D1DA-E4C5-9F76-17E95607F8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ED63C-A67E-4969-AFF1-3A38237877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16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B250-F0F5-0156-44FC-C2F5CFCCE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96751"/>
            <a:ext cx="12192000" cy="1513212"/>
          </a:xfrm>
          <a:solidFill>
            <a:srgbClr val="FFFF00"/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SIC Task 12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9B862-1CB0-3F11-9B71-A3CDAB7B1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747837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400" b="1" dirty="0"/>
              <a:t>Calculus</a:t>
            </a:r>
            <a:endParaRPr lang="en-IN" sz="4400" b="1" dirty="0"/>
          </a:p>
        </p:txBody>
      </p:sp>
    </p:spTree>
    <p:extLst>
      <p:ext uri="{BB962C8B-B14F-4D97-AF65-F5344CB8AC3E}">
        <p14:creationId xmlns:p14="http://schemas.microsoft.com/office/powerpoint/2010/main" val="288525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34C14-767A-417C-1BB1-8EEA3B360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 to Calculus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E45D6-A2CC-FB4E-2652-493CF98E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Calculus is a branch of mathematics which basically studies change and accumulation.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includes the differentiation and integration.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analyze the complex mathematics equations.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Calculus provides a mathematical foundation for many AI algorithms.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9501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B695-6A4E-6A6B-E528-83EF18101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Differentiation in AI</a:t>
            </a:r>
            <a:endParaRPr lang="en-IN" b="1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BC8E77-15B7-90A5-0543-937755F054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7869" y="2091651"/>
            <a:ext cx="11744131" cy="310854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Differentiation measures how quickly a function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calculates the rate of change of a model's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Derivatives help determine how model parameters should be adjusted.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is essential for training neural networks.</a:t>
            </a:r>
          </a:p>
        </p:txBody>
      </p:sp>
    </p:spTree>
    <p:extLst>
      <p:ext uri="{BB962C8B-B14F-4D97-AF65-F5344CB8AC3E}">
        <p14:creationId xmlns:p14="http://schemas.microsoft.com/office/powerpoint/2010/main" val="143459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E8E8-3E28-D3BA-50B9-676DB074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Gradient </a:t>
            </a:r>
            <a:r>
              <a:rPr lang="en-US" b="1" dirty="0" err="1">
                <a:latin typeface="+mn-lt"/>
              </a:rPr>
              <a:t>Discent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FAC87-9C13-6847-6E6B-3DFE32AD4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FFC000"/>
          </a:solidFill>
        </p:spPr>
        <p:txBody>
          <a:bodyPr/>
          <a:lstStyle/>
          <a:p>
            <a:pPr algn="just"/>
            <a:r>
              <a:rPr lang="en-US" b="1" dirty="0"/>
              <a:t>Gradient Descent is an optimization algorithm used in machine learning.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uses the derivatives to reduce prediction errors.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 gradient indicates the direction of the steepest increase.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 model updates its parameters in the opposite direction to minimize loss.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84400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08C97-5AAB-42FA-4A5A-E020576B9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0480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Role of Calculus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61264-293D-8A9C-FE26-87F6E492B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6042"/>
            <a:ext cx="12191999" cy="5241957"/>
          </a:xfrm>
          <a:solidFill>
            <a:srgbClr val="FFFF00"/>
          </a:solidFill>
        </p:spPr>
        <p:txBody>
          <a:bodyPr/>
          <a:lstStyle/>
          <a:p>
            <a:pPr algn="just"/>
            <a:r>
              <a:rPr lang="en-US" b="1" dirty="0"/>
              <a:t>Neural Networks consist of the interconnected layers of the artificial neurons.’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Each layer performs the mathematical operations.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Backpropagation calculates the gradients using the chain rule.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Gradients help to update the weights and biases.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This process improves the </a:t>
            </a:r>
            <a:r>
              <a:rPr lang="en-US" b="1"/>
              <a:t>network’s accuracy.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15420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178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12</vt:lpstr>
      <vt:lpstr>Introduction to Calculus</vt:lpstr>
      <vt:lpstr>Differentiation in AI</vt:lpstr>
      <vt:lpstr>Gradient Discent</vt:lpstr>
      <vt:lpstr>Role of Calculus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6</cp:revision>
  <dcterms:created xsi:type="dcterms:W3CDTF">2026-10-24T11:24:23Z</dcterms:created>
  <dcterms:modified xsi:type="dcterms:W3CDTF">2026-10-24T12:12:53Z</dcterms:modified>
</cp:coreProperties>
</file>