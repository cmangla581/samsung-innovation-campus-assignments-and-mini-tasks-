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2F2B-776E-B7E9-BA7C-928F41CE0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18F1A-1121-FACD-4FAC-DD6564226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D3DB9-7E9B-D46C-72D2-FC689A0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041CB-6535-8F6C-7D21-CAA00A68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D0E05-092D-34B9-1B40-772B834D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75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D2B7F-9B5F-A7D6-37D3-08EF4EAC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945BE-5549-4691-3529-1C60FF34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A0645-EE10-22D7-E4EF-E80D351D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1A079-FA82-4840-3234-E818B7A1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9F5E8-3A2E-72C6-41F9-7038BBBF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5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E58A-5FE5-EF6C-A0D3-F38522EF1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2DDA1-E601-FCAF-8B59-6F3B98299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65B18-35B5-9A62-86E9-C4C1D0B4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D8574-1CB7-31FB-E566-6B74245B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392B3-A678-656A-0750-D89547A1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75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21A7-092A-B8DC-7A72-CEDFDADF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88F99-126F-EB6C-8D71-4AC55DBA2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B53E1-447D-46AB-90AF-4C6A8BBC2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54B5A-2CFF-D4CC-7CDE-95A095EA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DEC57-9490-8178-9DCD-7AAF9D6C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8ABF3-CD7E-073B-E2D6-4FD95800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80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845A-1366-A0EC-C8A6-F66AE42E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98D06-A72D-FE8B-287B-7FFD7735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6D3D9-5DB5-C871-CF8D-22B8268D9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ABBF3-EB82-CBC4-3AA5-C3211BD65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E75FFD-4185-26DB-CD02-9602AA550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9742B-AD70-4F3A-B401-75411692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0F4A6-2A55-AAF5-11B9-9FA9AC2F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5AE4D-CDC7-8D0B-50BA-BBDEC950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55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4CE8-1752-5082-F360-CA9AD697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6D0A82-A161-1EC1-093E-2DB40996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7E493-D0AC-605F-4C88-BD448E19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0EB2D-C0FB-A502-30FA-A81F8720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71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99DACB-454E-5FAB-DA4E-3B8D6BFA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0B746-53EB-CAF0-EE15-63BE36A6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02ECB-FF03-3C17-B0EF-C82205AAD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85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6A20-77FE-64F7-C8C0-F38BE722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CD69E-FAA3-300E-788F-6134DA5DF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20696-E7BD-1997-11A7-3FF4E563B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420E8-75E2-8392-710B-B22BD669B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A4616-969A-D229-9EFF-D73F58B8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2B03F-B53A-89A0-A7B1-B471F0FC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71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E1D0-8058-FB1B-4E97-F7123AB3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CBB6E9-F088-6FEA-C84D-C746616A0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9DE88-3D21-2F20-C93C-908956E3C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60FEB-665D-EF0D-8FBD-E67D99D9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CC507-37DD-F597-252F-57525FC5F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B0007-BB7A-7D55-052C-0EBDECB0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3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8819-7EA6-D181-CD30-44F509AD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51BE1-306D-2173-B172-03DD849AB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A4BD5-4C26-9CEF-511A-BD61EBC7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A93F4-E5FE-0893-EDF0-75D3BB8DA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665B8-ED87-1CD0-B099-E00490AA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64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D82DB-6BA2-B5E3-D8DE-3E5DD8F1A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4E9D6-AC03-DF38-82AA-9AE0D1D95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A24D4-E54F-10B3-E6FA-11AD7F55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AB15A-A733-CC21-4C7F-F9474C32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538A8-C034-68A3-8849-7203F45A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41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C6E15-C376-334A-9EED-791461103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B72B9-8D8C-1FB8-A916-400818E7D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ADD14-3465-28F7-B931-8680C36CC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63C41-8E93-46FA-B123-7D1B3BFC543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D0BB7-292B-D36A-54B6-41460AC3C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ADDD2-8F2D-E546-E58D-11CBA8430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0E604-4967-4857-9D73-CEB0D20F1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93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1A882-4A3E-00FA-F405-D524B3AB8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54201"/>
            <a:ext cx="12101804" cy="1655762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SIC Task 7 </a:t>
            </a:r>
            <a:endParaRPr lang="en-IN" sz="5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4308F-356B-D09C-33CA-2607B1BDD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034045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3200" b="1" dirty="0"/>
              <a:t>Prediction, Forecast and Projection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2334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87D9-AE4D-A5E2-0F3F-6A1D68922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191999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Prediction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C076C-0CCC-A78C-521F-31E78880C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04601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Prediction is the process of estimating what may happen in future. </a:t>
            </a:r>
          </a:p>
          <a:p>
            <a:pPr algn="just"/>
            <a:r>
              <a:rPr lang="en-US" b="1" dirty="0"/>
              <a:t>It is based on the available data, pattern, observations or experience. </a:t>
            </a:r>
          </a:p>
          <a:p>
            <a:pPr algn="just"/>
            <a:r>
              <a:rPr lang="en-US" b="1" dirty="0"/>
              <a:t>Predictions may or may not include a specific time period. </a:t>
            </a:r>
          </a:p>
          <a:p>
            <a:pPr algn="just"/>
            <a:r>
              <a:rPr lang="en-US" b="1" dirty="0"/>
              <a:t>They can be made using the human judgement or the Artificial Intelligence.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Example : Predicting whether a student will pass an examination or not.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8418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942B-1D65-D5F2-49F9-C7A34D9C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+mn-lt"/>
              </a:rPr>
              <a:t>Forecast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F276B-ABFB-EB68-88E2-8CED04344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01998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Forecasting estimates the future events using the historical data and current trends. </a:t>
            </a:r>
          </a:p>
          <a:p>
            <a:pPr algn="just"/>
            <a:r>
              <a:rPr lang="en-US" b="1" dirty="0"/>
              <a:t>It uses the mathematical and  the statistical models. </a:t>
            </a:r>
          </a:p>
          <a:p>
            <a:pPr algn="just"/>
            <a:r>
              <a:rPr lang="en-US" b="1" dirty="0"/>
              <a:t>Forecasts usually focus on a specific time period. </a:t>
            </a:r>
          </a:p>
          <a:p>
            <a:pPr algn="just"/>
            <a:r>
              <a:rPr lang="en-US" b="1" dirty="0"/>
              <a:t>They are updated when the new information becomes unavailable. </a:t>
            </a:r>
          </a:p>
          <a:p>
            <a:pPr algn="just"/>
            <a:r>
              <a:rPr lang="en-US" b="1" dirty="0"/>
              <a:t>Example : Forecasting the tomorrow’s weather on next month sales.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1690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7125-9410-9D4C-BD68-6AB8997F9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Projection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A803F-0A70-CA04-1109-1C2F4D1EF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C000"/>
          </a:solidFill>
        </p:spPr>
        <p:txBody>
          <a:bodyPr/>
          <a:lstStyle/>
          <a:p>
            <a:pPr algn="just"/>
            <a:r>
              <a:rPr lang="en-US" b="1" dirty="0"/>
              <a:t>A projection estimates the future outcomes based on the stated assumptions. </a:t>
            </a:r>
          </a:p>
          <a:p>
            <a:pPr algn="just"/>
            <a:r>
              <a:rPr lang="en-US" b="1" dirty="0"/>
              <a:t>It shows that what might happen if the certain conditions continue.  </a:t>
            </a:r>
          </a:p>
          <a:p>
            <a:pPr algn="just"/>
            <a:r>
              <a:rPr lang="en-US" b="1" dirty="0"/>
              <a:t>Projections are used for the long term planning. </a:t>
            </a:r>
          </a:p>
          <a:p>
            <a:pPr algn="just"/>
            <a:r>
              <a:rPr lang="en-US" b="1" dirty="0"/>
              <a:t>Different assumptions can produce different projections.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Example: Projecting a city’s population over next 20 years.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962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177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SIC Task 7 </vt:lpstr>
      <vt:lpstr>Prediction</vt:lpstr>
      <vt:lpstr>Forecast</vt:lpstr>
      <vt:lpstr>Projection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6</cp:revision>
  <dcterms:created xsi:type="dcterms:W3CDTF">2026-10-16T10:09:02Z</dcterms:created>
  <dcterms:modified xsi:type="dcterms:W3CDTF">2026-10-16T11:10:16Z</dcterms:modified>
</cp:coreProperties>
</file>