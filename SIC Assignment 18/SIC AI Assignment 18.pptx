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7A06-D593-39D3-EAAF-76513EAB2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6314E-19D5-9130-C964-98BB583E2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D9AB7-DA7E-6F77-57DB-E956E2CB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50C0A-4523-3B24-3139-0B92DF9CC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6BE87-E976-E81B-61B8-D0D3BB56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34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9395-FB0F-5A02-C43E-34DA87BE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7025-A9D6-762D-DDFB-6C70B009C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93B4E-D71E-CB88-4535-4D3D414A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DC3AD-81C6-04CC-864D-E0CD9246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7F47A-071F-0D96-B343-F9BEFF37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63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C305-799C-16C0-B9F5-677B2CF6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F56DA-F5E0-2A46-F9FB-0D0F70A9A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AE919-C6A2-4B56-B04D-D758474E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475FB-CB87-C4CC-3E19-8D96CEE5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AC356-4055-D015-4871-FA10947F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9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F105-0471-0996-5012-E2B8DC5B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A20AA-4C87-6D63-C5C9-CB5AA9D1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49AF4-FB62-5164-EDF4-8B3BEF526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5BE01-8154-66DA-50FF-8F5979DD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1C13A-498C-843F-20F2-3E306CE27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B982B-BFAD-A88B-D8FA-6E390BB0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15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93E0-D4D1-4025-2782-1615E4AA2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870BC-D94E-2BD1-585B-F29D6BB7B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BA72D-EA06-6181-4E15-1B1F8363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F8B8D-7FDB-D889-37CD-6C642989E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EA1A5-D65E-4968-12BC-F0EE712BB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DD41E-2511-C15F-3565-3D175485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C4F74-B9C4-1772-98EB-6EB6933E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85BFF-764E-A830-1739-833AF271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94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7E65-B0E7-9C0E-D0BE-F215DA19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F6611-A5CB-6B53-DEA6-789D2715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02C68-E42B-A20A-709A-21778A10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B0B7E-6CFB-F2D5-BE5B-6B3BCF51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30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A3B5D-9D01-7307-B816-C607EF543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2CAC6-56CA-08BE-084B-E7C6BAE5A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71786-BE26-680F-4FD0-116C269A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77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69CD-2B07-0941-C260-30B4033B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F5968-84DF-7400-8CF0-A22D8BCA1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1131F-EE12-979E-12A4-A30C1753C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F19C8-D2D6-13EC-54E4-D1613525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9EEBF-1845-FBFF-9938-922A7BA4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152AC-6AFE-18DD-4E74-B8A82588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29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AC30-8EC6-761D-653F-43AE2B81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D9C863-D357-8E1C-74A8-38154C2E9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F300F-53F9-702F-2C20-1013F3E95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75ED8-FA72-818D-5CE7-B3784612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135D3-AF98-6EA7-019B-65798E31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A25E0-C6AC-B877-C69C-9F796F65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63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131D-8B3A-984D-A826-FEC90AC3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6F75A-C6B8-88D0-64B8-70A95B80D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2DA48-2C3D-1990-8339-1298979A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C55A8-A666-B3BC-BB47-5E1211DC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98C52-D257-DC84-738F-4D22A291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409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45A9C-BBFD-69B4-E9F9-E6ABDD2F0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67886-4E47-64C8-A40C-BDC883925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3F96F-1C19-109E-0988-6165B768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B6EC8-8151-858C-537F-6FE6BC3A0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5FA00-4F14-7481-747E-B4610C15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25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CF7E3-19EE-1DE1-0B53-BD6E13F8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C1E8C-EECF-1337-8A41-5B4C22E35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1337B-ADDF-DC56-B1B4-B15B01E6A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6717A-F115-4393-8A75-44E168B48F00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ECCFB-8EC8-E47F-9B67-287FD0BDA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C959E-64A0-BE7F-AFE3-DE1E5758B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FE5E3-8796-4B21-BB0E-431A0B97A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94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0B8A-DAF9-AA18-8735-E2E4631AB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0199"/>
            <a:ext cx="12192000" cy="1909763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SIC Task 18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181FA-00FA-A5F5-B473-CE9ABAB96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509962"/>
            <a:ext cx="12191999" cy="1747838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/>
              <a:t>Brazil Elections and Failure of Social Media Sentiment Based Recommendation Systems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8637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E325F-2377-ED8F-3DE0-20E9B652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94BD-E8CF-101B-610E-837BD2CD1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rgbClr val="FFFF00"/>
          </a:solidFill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b="1" dirty="0"/>
              <a:t>Brazil is one of the  world’s largest democracies.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Social Media plays an important role in political communication and electoral campaigns.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Platforms such as the Facebook, Instagram, WhatsApp, YouTube, TikTok and X are used to share political information.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AI and ML algorithms influence which content users use. 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Sentiment analysis identifies the positive, negative or neutral opinions in text.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Recommendation systems suggest content based on user activity, interests and predicted engagements.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19610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B046-44FA-DDAC-7517-C2A6D487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7706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+mn-lt"/>
              </a:rPr>
              <a:t>Whole Story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22C5-0F00-03D8-4C92-DE6BCB098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07707"/>
            <a:ext cx="12191999" cy="5850293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dirty="0"/>
              <a:t>Brazil held a major presidential election in 2022. 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The main candidates were Luiz Inácio Lula da Silva and incumbent president Jair Bolsonaro.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The first round took place on 2 October 2022.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Neither candidate secured more than 50% of the valid votes, so a runoff was held on 30 October.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Lula was the runoff and was elected president.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The election was highly polarized with strong political disagreements among supporters. 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Claims about the election fraud, electronic voting machines and political opponents circulated online. 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Researchers and rights organizations raised concerns about the spread of election related misinformation. 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6458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0183C-E3CB-B9A4-5A66-6CD16E00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1211748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Social Media Sentiment Recommendation System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8A1B7-9CA3-67BE-62AB-7E324893F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576874"/>
            <a:ext cx="12191999" cy="5281126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Sentiment Analysis : Examines the texts, posts and reviews to estimate whether the opinions are positive, negative or neutral.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Recommendation System: Predicts which posts, videos, accounts, or topics a user may be interested in.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Engagement Prediction: It estimates whether a user will click, watch, comment on, share or react to a particular content.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7384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5A84-DBB1-1A4B-F812-BB17D49E8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3019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Why did the System Fail ?C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A6006-1A79-CC6D-A032-B162360C6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3020"/>
            <a:ext cx="12192000" cy="5682343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1" dirty="0"/>
              <a:t>Confusing emotion with truth :  </a:t>
            </a:r>
            <a:r>
              <a:rPr lang="en-US" sz="2400" b="1" dirty="0"/>
              <a:t>A post may express intense anger or confidence without being factually correct. Sentiment analysis cannot independently verify a claim.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Engagement focused learning : </a:t>
            </a:r>
            <a:r>
              <a:rPr lang="en-US" sz="2400" b="1" dirty="0"/>
              <a:t>If a system prioritizes predicted clicks, comments, and shares provocative content may receive even when it is misleading.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Coordinated sharing :  </a:t>
            </a:r>
            <a:r>
              <a:rPr lang="en-US" sz="2400" b="1" dirty="0"/>
              <a:t>Organized campaigns or highly active groups can make certain narratives appear more popular than they really are.  </a:t>
            </a:r>
          </a:p>
          <a:p>
            <a:pPr algn="just"/>
            <a:endParaRPr lang="en-IN" b="1"/>
          </a:p>
          <a:p>
            <a:pPr algn="just"/>
            <a:r>
              <a:rPr lang="en-IN" b="1"/>
              <a:t>Language </a:t>
            </a:r>
            <a:r>
              <a:rPr lang="en-IN" b="1" dirty="0"/>
              <a:t>and context problems : </a:t>
            </a:r>
            <a:r>
              <a:rPr lang="en-IN" sz="2400" b="1" dirty="0"/>
              <a:t>Slang, sarcasm, political references and Portuguese language expressions can be difficult for the automated models to interpret correctly. </a:t>
            </a:r>
          </a:p>
        </p:txBody>
      </p:sp>
    </p:spTree>
    <p:extLst>
      <p:ext uri="{BB962C8B-B14F-4D97-AF65-F5344CB8AC3E}">
        <p14:creationId xmlns:p14="http://schemas.microsoft.com/office/powerpoint/2010/main" val="406542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379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SIC Task 18</vt:lpstr>
      <vt:lpstr>Introduction</vt:lpstr>
      <vt:lpstr>Whole Story</vt:lpstr>
      <vt:lpstr>Social Media Sentiment Recommendation System</vt:lpstr>
      <vt:lpstr>Why did the System Fail ?C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5</cp:revision>
  <dcterms:created xsi:type="dcterms:W3CDTF">2026-10-29T06:46:19Z</dcterms:created>
  <dcterms:modified xsi:type="dcterms:W3CDTF">2026-10-29T08:25:42Z</dcterms:modified>
</cp:coreProperties>
</file>