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97FFB-3E8F-4F1D-A3A8-E9A7211C1E7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730C4-1C95-4628-A400-683D7D9E4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6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730C4-1C95-4628-A400-683D7D9E485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713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2DB1-0AD2-3E7C-AD67-11A4DAEAC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B0332-92AF-0EFE-CEE7-E73EF3F03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B6CED-98D0-6A9A-18C0-79276DC0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E76EA-400B-9841-0599-829D25AF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9F93E-600F-C1E3-6A2F-EF96570E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79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53C3-0754-2F27-A259-F51451E8C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C7834-4961-D4E0-591B-6BBBC5A65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D482E-C246-50D6-FB08-B785A0D4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27CA3-129D-F911-A615-07A13B6C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41656-9569-2BDB-4A00-4235A043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949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DD04-FB42-2803-0A7B-C3DB9E76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395D5-B4F5-91CB-E99F-D1477FD5D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7CDCA-532D-B9C6-A9FF-4009A4B2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5DA6A-EE07-32EE-AE83-0CBC6816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99BF3-B884-5F8E-C890-CA0F418B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45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F25A-0C01-5D4B-B42F-49B591DE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44D32-1475-6D9F-51E6-6E1E145BF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DDFDF-4999-B1EB-112B-AE4B5B6D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DBFFE-0C3E-DA96-2E3E-1E9086AD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CFC04-442F-2305-065F-61C353FDD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ED0E4-141D-F209-C513-54DA64C5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17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69E2-1FED-A2E3-498E-F21590355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6FB05-ED6B-4DFF-A8EC-AFB1204A7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EA1CC-2361-5240-0947-52266BFB1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6D5D0-B6D6-10A1-CD5E-9A6D0AE87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A65CD-E511-EC22-D153-008A1B12D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A0161-CB6B-0ED3-E29E-F37656EE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E6D22-0D07-C3AD-2C8A-717B783B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C1B47-3B45-141B-9C67-C2B3E91D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09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9F0D-6550-B4EB-EECD-2C6D99CE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65A30-DDDA-47CA-B034-57D48F0B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C450A3-E8FD-FDE7-21AB-C5245A14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D7B9A-B210-8873-6FC4-2D7E125A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50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DFCED-478B-E8B7-70B0-97005DB3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D921F-D572-FD4F-0902-AD31F6FD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59844-D706-7C10-4EB1-15176A11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19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739E-A2D0-4C39-A603-5C785F01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BAC8-CA77-34EC-C846-EE5F53011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6C8F5-9C06-B437-0F05-AD9DBFDEF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E7992-0957-E67C-4520-A82E14D6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017FD-7339-EB0E-3D80-51FABAC6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4BEE3-953B-0520-F872-274CE052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96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D4406-5B29-C34F-66A4-68148B0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6CBD71-ED2B-E5E4-3D42-6D6BD19F3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21286-6DBE-A6B1-7FAC-C8582100C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2FB3C-7348-6A95-49CD-713E1ECA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E5675-0F6A-3487-F768-C0D8C9A5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52258-098D-AEEA-3423-14F7B5A1F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99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8AB5-EC15-29F7-D658-3F223241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D9FB6-5FA4-250E-B2C3-37D4BE100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2DCC2-F6F2-C680-9011-A141D68E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BEF6D-B240-CF01-4EA8-807CCBDC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78BEF-2008-0765-8692-F500D3C7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0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7118B2-875A-D48A-8DFE-CEDD570F0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D01AD-8544-C1CA-B839-81799201A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50B2B-3904-662B-7916-63D60B9A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A5A9C-4494-878B-AC44-DF427048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04F8F-E59E-83A6-B35B-91B546A9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99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13EFD-9451-9F65-194B-05E7F4B1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2A1D2-E152-AAA0-1B1A-73752C048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FBCEC-99A4-3F68-4280-230F23149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33E80-A71B-44F4-A3F0-56C15F3AE657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381A9-28E4-9BC9-2D38-8DC38E3E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DABE-0755-9970-112E-EECB24A01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E4E8D-AC55-42DB-A1E5-059236432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82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34B37-461E-4AC9-8756-75E8D6997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54199"/>
            <a:ext cx="12192000" cy="1655763"/>
          </a:xfrm>
          <a:solidFill>
            <a:srgbClr val="92D050"/>
          </a:solidFill>
        </p:spPr>
        <p:txBody>
          <a:bodyPr/>
          <a:lstStyle/>
          <a:p>
            <a:r>
              <a:rPr lang="en-US" b="1" dirty="0">
                <a:latin typeface="+mn-lt"/>
              </a:rPr>
              <a:t>SIC Task 19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35E85-D69F-12A4-C6FE-18B9FF260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509962"/>
            <a:ext cx="12191999" cy="1747838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/>
              <a:t>Kafka and Spark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308987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34C1-FCAE-AA02-0EE7-E6B3D961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735887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CED72-DC58-89CD-E9C2-909A004CF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1012"/>
            <a:ext cx="12192000" cy="5756988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pPr algn="just"/>
            <a:endParaRPr lang="en-US" b="1" dirty="0"/>
          </a:p>
          <a:p>
            <a:pPr algn="just"/>
            <a:r>
              <a:rPr lang="en-US" b="1" dirty="0"/>
              <a:t>Introduction to real time data processing technologies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Distributed systems and big data analytics.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How Kafka and Spark work together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Applications in Big Data, AI and Machine Learning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787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F029-9D64-6665-465E-DFB55DA6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866516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 to Big Data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2C31-7479-5384-617F-2E2FEC2C8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31642"/>
            <a:ext cx="12191999" cy="5626358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Big Data refers to the extremely large and complex datasets.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Traditional systems may struggle to process such data efficiently.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Data is generated from social media, websites, sensors, banking systems  and the IoT devices.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Big Data technologies help  collect,  process, store and analyze the information.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Kafka and Spark are widely used in modern data engineering pipelines.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50562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6F190-2812-365E-528C-3EC4CE31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866516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Apache Kafka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00685-34D1-7993-DAC7-C02A3CB8F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31642"/>
            <a:ext cx="12191999" cy="5626358"/>
          </a:xfrm>
          <a:solidFill>
            <a:srgbClr val="FFFF00"/>
          </a:solidFill>
        </p:spPr>
        <p:txBody>
          <a:bodyPr/>
          <a:lstStyle/>
          <a:p>
            <a:pPr algn="just"/>
            <a:r>
              <a:rPr lang="en-US" b="1" dirty="0"/>
              <a:t>Apache Kafka is an open  source distributed event streaming platform.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is designed to  collect, transport, store and distribute streams of data.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allows the different applications and systems to exchange information in real time.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can handle large volume of events with high throughput. 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fault tolerance and scalable data pipelines.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3065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BA67-F7EC-E757-2A3D-76A160CCF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885177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Key Features of Kafka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54D46-FB91-8973-4E4E-2B4C934F2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0302"/>
            <a:ext cx="12192000" cy="5607698"/>
          </a:xfrm>
          <a:solidFill>
            <a:srgbClr val="FFFF00"/>
          </a:solidFill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High Throughput : Handles large number of events efficiently.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Scalability : Supports the increasing workloads by adding workloads.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Fault Tolerance : It replicates the data to reduce the risk of data loss.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Real Time Streaming : Makes events available to consumers.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Durability : Stores events for a configured retention period.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Distributed Architecture : Spreads the data and workloads across multiple servers.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3917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240</Words>
  <Application>Microsoft Office PowerPoint</Application>
  <PresentationFormat>Widescreen</PresentationFormat>
  <Paragraphs>44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SIC Task 19</vt:lpstr>
      <vt:lpstr>Introduction</vt:lpstr>
      <vt:lpstr>Introduction to Big Data</vt:lpstr>
      <vt:lpstr>Apache Kafka</vt:lpstr>
      <vt:lpstr>Key Features of Kafka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6</cp:revision>
  <dcterms:created xsi:type="dcterms:W3CDTF">2026-10-29T09:31:04Z</dcterms:created>
  <dcterms:modified xsi:type="dcterms:W3CDTF">2026-10-29T11:46:42Z</dcterms:modified>
</cp:coreProperties>
</file>