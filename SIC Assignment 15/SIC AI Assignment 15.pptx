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64AE-09AE-66F0-EB86-488C673B7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73D4D-957E-E1F5-DF9B-93F3EB3C2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8D51F-0CBF-33C4-8E1E-66819580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2195B-EFD3-9A7E-6D0F-7466832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C4EF-9283-A61B-DCC8-1E7C0374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EAA6-DFCD-9513-2792-4E0B1097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E02ED-F13D-69A4-9B33-67043B06A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80761-1603-17A0-6755-101769CC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72DD-6987-90D5-C587-4CE4FDD1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1E28B-3798-EDCD-65B1-3D456BDF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2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E141-953D-519A-45A9-67137A53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E8-EC39-D366-1F9F-5F9F875E4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696F-7925-D30E-3F1C-66598AE7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F7944-E589-AF58-C58F-5DA8F973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9FB6-7DE5-28AB-0DDA-ADBF7EFC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9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B37C-F9A0-AE53-7F7F-94054FD7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2872C-4EEE-F260-92B1-D5419DA38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58C8C-6D26-7ED9-C42F-0F62DBC25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68609-6FE0-AAC4-BBAA-A1E8DD00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A968E-8FD1-0FDD-AC6C-FE919070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4C2EA-4634-B781-4D53-0F0CD5F0A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14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6E28-89B7-C280-25B5-A4904BC0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B003F-1BE3-03D2-6EBF-049B365D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18AD3-A7E6-7AC6-9774-C628FC658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6397A-28A2-2DBF-82E1-ECA590AAA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8574C-EAD1-9B9F-7721-821580159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76F1E-AA7B-ABD9-4A64-AE12BD04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7C216-42F1-7B48-394B-B8C6EEC0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CF208-DA50-950E-E0D2-EFF8EFD5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12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5720C-86A4-CFA7-E5ED-9DB7CA08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ADFC6-78C1-3F10-7D25-23442234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02B3F-2E7D-7FE2-1155-E8B68FCE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87004-BA1D-EA29-B339-B67C3DC8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73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1DDB8-12F7-EF97-4B82-0A3550C5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7AD2C-5A6B-5B82-807C-8671967C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DE654-D944-A3B4-9872-93041EE9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4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17B1-726C-EC2F-DE7A-1787104BB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070F-F6E6-F8D4-C01F-552D35549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C5B81-5E1E-AC8B-BB90-E278CFF8D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549AD-AC05-3A41-0937-0CC5D181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6F566-9743-4F33-7A80-1BFEE901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E6FD-C712-711A-7051-05EEF5E8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5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D0D9-B0D1-76F6-D343-A6A9B249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F7AA1-1077-22B5-FEE7-36A0847AA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53CC2-FAA6-CCFD-B87A-1FC321E43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96C9C-24B3-4CFB-3F1F-608A0975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0A7F0-637F-5535-DAA4-A5951376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AC979-EC3A-1431-61EB-9FB3000B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4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51B6-FB81-942B-D1B9-9DC0BD34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6CF49-CED9-0BE9-1967-A03093271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9012-68EA-8E16-19CF-ECBCD09A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3FA9-092C-558E-12EB-6B997BEE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1ECDF-5B18-6879-5454-C947F29F4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43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57348-3D9B-AB01-4CDC-8D72F15EE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9F087-796B-BB36-EDF2-F485EEAAA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02A7-6E43-9E22-999A-5A4F9744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F38C5-E01B-70BF-6CDE-8D1B77D2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8279-5F70-5021-60D8-29F01837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29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4A25D-293F-5EEB-A40D-F6893444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2852F-0D9A-45E9-BD2C-4561A475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D153C-9ECB-C6C0-14BE-0F6C910F0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A94EA-5CE7-4858-A75E-339AC04A4C03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4AE3F-E960-86D5-85D1-B3B7FD788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5ADA-2CCF-6EBA-AF4A-FFAF365CC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72894-DD29-4C86-92A2-99FD388CF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96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1171-ABE0-6329-5353-555AF1692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59429"/>
            <a:ext cx="12192000" cy="1550534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15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CDB4D-54BB-CA14-B995-4DBD0CDE4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09963"/>
            <a:ext cx="12191999" cy="1747837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800" b="1" dirty="0"/>
              <a:t>Trigonometry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174842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A069-EF06-97BF-E21B-1DB841111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 to </a:t>
            </a:r>
            <a:r>
              <a:rPr lang="en-US" b="1" dirty="0" err="1">
                <a:latin typeface="+mn-lt"/>
              </a:rPr>
              <a:t>Triginometry</a:t>
            </a:r>
            <a:r>
              <a:rPr lang="en-US" b="1" dirty="0">
                <a:latin typeface="+mn-lt"/>
              </a:rPr>
              <a:t>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1F63-0C7A-C7EB-7E3C-2EC3B0877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01998"/>
          </a:xfrm>
          <a:solidFill>
            <a:srgbClr val="00B0F0"/>
          </a:solidFill>
        </p:spPr>
        <p:txBody>
          <a:bodyPr/>
          <a:lstStyle/>
          <a:p>
            <a:pPr algn="just"/>
            <a:r>
              <a:rPr lang="en-US" b="1" dirty="0"/>
              <a:t>Trigonometry is a branch of mathematics that studies angles and the relationships between the sides of the triangles.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uses the functions such as the </a:t>
            </a:r>
            <a:r>
              <a:rPr lang="en-US" b="1" dirty="0" err="1"/>
              <a:t>sie</a:t>
            </a:r>
            <a:r>
              <a:rPr lang="en-US" b="1" dirty="0"/>
              <a:t>, cosine and tangent.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represent  rotations, directions and periodic patterns.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useful in computer vision, robotics, signal processing and deep learning.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601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E029-627F-1EDE-15FA-A776E1D8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Importance of Trigonometry in AI/ML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DE404-F14C-EA35-6F7A-8BCD3A3BD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Helps the computers  to understand the angles and spatial relationships.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Supports the image processing and 3D object recognition.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enables the comparison of text, images and numerical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 to process the  sound and other time  based signals.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positional encoding in Transformer models.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0759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B68E-0909-69E5-CA7A-2FA22323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Applications in Computer Vision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800A-CE34-3F82-6835-1038F9CC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determines the object orientation and rotation in images.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estimate the  camera angles and 3D positions.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facial recognition and pose estimation.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Helps the autonomous vehicles understand their surroundings.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Detecting the angle of  a person’s arm in photograph.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0855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DB1E-DAAC-F08A-F826-98C22F2B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Trigonometry in Robotics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F0238-A4CA-A2DC-7F46-A98465768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3805043"/>
          </a:xfrm>
          <a:solidFill>
            <a:srgbClr val="00B0F0"/>
          </a:solidFill>
        </p:spPr>
        <p:txBody>
          <a:bodyPr/>
          <a:lstStyle/>
          <a:p>
            <a:pPr algn="just"/>
            <a:r>
              <a:rPr lang="en-US" b="1" dirty="0"/>
              <a:t>It calculates the joint  angles in robotic arms.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the robots determine the position and movement.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supports the angular measurements into coordinates.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0191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207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15</vt:lpstr>
      <vt:lpstr>Introduction to Triginometry </vt:lpstr>
      <vt:lpstr>Importance of Trigonometry in AI/ML</vt:lpstr>
      <vt:lpstr>Applications in Computer Vision </vt:lpstr>
      <vt:lpstr>Trigonometry in Robotics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5</cp:revision>
  <dcterms:created xsi:type="dcterms:W3CDTF">2026-10-24T16:09:36Z</dcterms:created>
  <dcterms:modified xsi:type="dcterms:W3CDTF">2026-10-24T17:07:52Z</dcterms:modified>
</cp:coreProperties>
</file>