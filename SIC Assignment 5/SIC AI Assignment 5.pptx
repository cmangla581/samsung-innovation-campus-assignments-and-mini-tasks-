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E333-82EE-14D6-9987-14D796AC0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4AAC1-FE80-9AEE-89BA-C0188C77E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B8342-D0D0-DFDA-5B29-0ECEEB38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3270C-BF89-41DE-B37E-A649A2BE034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81CD4-DB42-3D41-D227-E1AAE1EFD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5F0F5-E83B-7874-A750-B10C90F7D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785E7-B678-4DED-AB2C-6DE904D6D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691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3BB4E-987D-21A8-3B5F-5B81E9270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B1B86-3935-42D9-B4D5-9D6D7CEE7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B7074-0F72-DDEE-BEC6-16F32E44F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3270C-BF89-41DE-B37E-A649A2BE034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2981-5AA9-493F-2D7D-DEC44DC46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50183-7229-709E-399F-9D42E3AE8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785E7-B678-4DED-AB2C-6DE904D6D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036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37970-E24A-C92F-F58D-8642081E0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29F48-A36F-6546-5DB4-A0649E2C6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7A48A-0AB7-67C3-82D4-4144C7B4D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3270C-BF89-41DE-B37E-A649A2BE034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BD867-3386-073B-238D-BC3848134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31723-0BD8-902E-BB60-D71485036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785E7-B678-4DED-AB2C-6DE904D6D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756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205C4-D10D-94C8-B787-391FAD416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707E8-BD72-EF5C-CD2A-3283676B7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02F37D-BEB7-93D8-1239-F156193E8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8A308-F4A0-D1A2-57CD-3B14097F2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3270C-BF89-41DE-B37E-A649A2BE034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05578-6416-3422-C9F9-180C6F03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F5DCE-BA35-1E02-D8E1-14A5E51C1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785E7-B678-4DED-AB2C-6DE904D6D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119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7D02F-438D-0E59-8C89-B6A5867A6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B8258C-B20D-3C19-6077-B6917553A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B89CCA-11AE-AA22-374F-E96DC3A2B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F0F6BD-002B-BAA5-D594-41665F23B1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4DE17-2C8E-E550-4F0F-1A2843A52D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43A2C9-06B6-644C-BEEC-51C156ED3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3270C-BF89-41DE-B37E-A649A2BE034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348CC-E66C-9C2D-8CAE-1315D8FAC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15E4A8-3FCE-8620-B5D4-9437B2FED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785E7-B678-4DED-AB2C-6DE904D6D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874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D2628-84F9-76E3-0BB1-4BC140684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E1C499-5F0D-B467-CCDB-5239A2983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3270C-BF89-41DE-B37E-A649A2BE034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F50193-6AE8-B5CC-B383-B1CED2E23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21EA01-A75B-4FCA-0730-AD43A3E8D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785E7-B678-4DED-AB2C-6DE904D6D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16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0C9C10-E5DC-486C-DC53-372C88127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3270C-BF89-41DE-B37E-A649A2BE034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976FFA-59EE-76BC-11EF-1799834D4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B603C-EBB1-8D94-0834-D62957F79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785E7-B678-4DED-AB2C-6DE904D6D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138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C3272-5B01-E92D-BEE9-2B6617733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D8EB5-3E96-4FE9-5BA0-7B79222E5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24F45-2064-3C47-07E3-9BED20C72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11FF9-FCFD-D37E-2183-281235785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3270C-BF89-41DE-B37E-A649A2BE034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53EF8-74BE-B82C-1CEC-C8DF83C7C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6164A-EF98-CCBE-8DC7-B8085948D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785E7-B678-4DED-AB2C-6DE904D6D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329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33E1B-D33D-709C-BC3D-60D12DF85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E6BB46-30E1-87D8-678F-E26A89159A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547D36-49EE-FE36-5282-ED1D09AC7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578F8-E876-4417-4223-EEC90EED2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3270C-BF89-41DE-B37E-A649A2BE034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78DF0-954A-8823-F76E-C49430D49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657B3-3EF3-B6F9-2103-8C6ABBB34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785E7-B678-4DED-AB2C-6DE904D6D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588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2F07D-C1AA-B700-BD6D-6BDFA0B46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DFFD72-A663-5CC0-1E37-BF5C49C63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071A9-5255-0C34-68EA-C832FE949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3270C-BF89-41DE-B37E-A649A2BE034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0E581-27D9-48A1-39F0-86F34AAE1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CC96C-45D8-BF42-2483-EDC4B10D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785E7-B678-4DED-AB2C-6DE904D6D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104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1D2AD5-C6DF-6541-F24E-CD49CF5B9F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A43A7A-9EE1-27DC-C854-A07622EE8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7C90F-1FBF-ED9A-F6BB-36AB89BCD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3270C-BF89-41DE-B37E-A649A2BE034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B9AC2-AB82-46DF-0447-264549FD6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D46BF-9CEA-E4E7-D7D5-6BB0FE427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785E7-B678-4DED-AB2C-6DE904D6D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429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82F150-7D00-2EB7-2824-55BB6967B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765E1-782C-DDE7-222B-62D8B0E39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9DFDD-DE74-AE5E-3CEB-3B43F211B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73270C-BF89-41DE-B37E-A649A2BE0349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A3C12-0C0B-FB1B-2EBB-48C0276940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94113-8635-0960-4BF7-2AADA3E9A9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785E7-B678-4DED-AB2C-6DE904D6DA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858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7F9E6-4BC7-8296-695D-565C2B5B6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1999" cy="2387600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US" sz="4400" b="1" dirty="0">
                <a:latin typeface="+mn-lt"/>
              </a:rPr>
              <a:t>SIC </a:t>
            </a:r>
            <a:r>
              <a:rPr lang="en-US" sz="4400" b="1">
                <a:latin typeface="+mn-lt"/>
              </a:rPr>
              <a:t>Task 5 </a:t>
            </a:r>
            <a:endParaRPr lang="en-IN" sz="44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7E8B2-9643-8E88-0F9B-949577B7F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09963"/>
            <a:ext cx="12192000" cy="1747837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en-US" sz="4400" b="1" dirty="0"/>
              <a:t>Confusion Matrix 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3446313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C6B0C-2A0F-8992-7F7B-3F6C7FF16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Confusion Matrix 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E1EEE-EFF7-9C36-E77D-54D5987F7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167312"/>
          </a:xfrm>
          <a:solidFill>
            <a:srgbClr val="92D050"/>
          </a:solidFill>
        </p:spPr>
        <p:txBody>
          <a:bodyPr/>
          <a:lstStyle/>
          <a:p>
            <a:pPr algn="just"/>
            <a:r>
              <a:rPr lang="en-US" b="1" dirty="0"/>
              <a:t>A confusion matrix is  a performance evaluation tool used in Machine Learning.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is mainly used for the  classification problems. 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compares the actual values with the predicted values.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helps to determine how accurately how a model classifies the data.  </a:t>
            </a:r>
          </a:p>
          <a:p>
            <a:pPr algn="just"/>
            <a:endParaRPr lang="en-US" b="1" dirty="0"/>
          </a:p>
          <a:p>
            <a:pPr algn="just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93626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2A6E6-1521-15B4-7DE1-2CE065468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FF00"/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Components of the Confusion Matrix</a:t>
            </a:r>
            <a:endParaRPr lang="en-IN" sz="4000" b="1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9F008E-695E-25D5-AC9C-C8705090EC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32" y="2164702"/>
            <a:ext cx="10328988" cy="418011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1488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57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SIC Task 5 </vt:lpstr>
      <vt:lpstr>Confusion Matrix </vt:lpstr>
      <vt:lpstr>Components of the Confusion Matrix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Mangla</dc:creator>
  <cp:lastModifiedBy>Chaitanya Mangla</cp:lastModifiedBy>
  <cp:revision>5</cp:revision>
  <dcterms:created xsi:type="dcterms:W3CDTF">2026-10-16T07:02:30Z</dcterms:created>
  <dcterms:modified xsi:type="dcterms:W3CDTF">2026-10-16T07:09:10Z</dcterms:modified>
</cp:coreProperties>
</file>