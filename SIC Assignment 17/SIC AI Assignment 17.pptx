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AC05-1DF7-A93E-7D4E-90F8FCA90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DC078-D8B9-8384-07A7-5527A1F11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E62B6-69FB-C167-25FA-4297F432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3BBF7-C0B3-BEB5-4210-9AAC52FE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43469-777F-7AF3-6A9E-79BAB9E8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85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AA4C-E9FE-3294-61C2-EE9297A4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08DF-C613-ED97-B144-16E5D1C29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FB63A-215C-9F6B-6B1F-4B88E1E4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AEEA-A2D9-8B3F-E89A-31EE3C30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25DE5-4549-8899-35AF-1B808140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2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7A76-1914-B448-7B99-6AE4DAA9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83BDA-A439-E3BE-B9D0-64B5DB346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4A1C8-1453-9C6F-C49C-F270D560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5E34A-AA8C-D4AD-7C76-39BD2C41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A3EBD-87E2-C7EF-BC06-D40605B6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05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B034-33A9-CD94-525C-F1E9588A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ABA7-8510-4F92-ECCD-BB8264689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D87EF-F52D-AC89-25B3-A502FC7B9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3932E-E583-E2F1-28ED-C1C7D8D7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2CB21-0C54-739C-9C08-B1D84C7B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496B9-4F0C-A785-B5EC-71969314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1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761F-FA39-6927-9559-BAE2E5DF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96798-8104-9EAD-89BF-5A55E1EC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409D0-C0E8-7F48-5ECE-286716B3D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28D48-3115-C283-2488-786D146CE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5CD81-E0E3-036C-65F8-1CA1059B8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3731E-34B4-EBB4-FD27-5B7D0D7E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3074C-72F2-1067-F20F-67F4DDA9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0F1DD-5D35-96C0-024B-7CFABCC8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16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344A-5929-94C1-4BBD-B1D416B3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E3B11-A9C7-C04C-CD23-BB2F149F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93099-EADC-3504-F914-133A72E4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C22E7-A3E5-F9F8-D465-15A928E5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6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CAA0B-6E3B-21AF-D3C6-8C80DBFD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42B3C-2386-EC31-6994-204D2418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F98F0-5838-FB97-0164-C00CA46D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05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0660-D627-8253-D52A-2D38DCCB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7980-BD65-714A-CE8E-014CEBBEA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D8FDC-4AA7-C7E8-F26C-BBDF2877A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C3304-83CA-4089-450D-BFA38ECB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6A205-FCBD-2EAA-3E5D-F119C4F5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F4653-6891-B927-7588-74564236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2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C628-7B6D-16A3-7EAA-603EB546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209A8-93AE-AC2F-766F-703BD128B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788B6-76AD-411A-0FFF-EFEE652E7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06B75-0699-FEA2-1CCC-8AD453BC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934BB-906B-4491-9C27-4ABF63913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3047-0DEA-CABF-7C3A-782E8768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5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6092-BD68-E290-BE56-16AB5640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52CFC-0100-CE97-5D64-D971F55F6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A309C-4815-9288-6E34-A02FE4EB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AF78E-69B8-07F9-99B4-2AD46D6BC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696B-9B43-8806-A7DF-F7E7B176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54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4EBC8-C4D8-4301-CC7A-608B2C26F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D0DCB-CB9E-B483-1849-C897D9164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BEC64-ED9D-5ABF-62DF-112B3B92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5D22F-0D6B-38A4-84B6-75288CE02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DA14A-8C3E-5E9A-B2D1-9A4844B0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74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1A3AB3-6D49-E78F-E914-CED70296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38C78-9B52-B294-954F-CE776F8B8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3102F-0580-36B6-969B-59E393DB1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B7E0A-E3FC-4310-821B-B2C5FD06961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B6AE6-553A-56B9-B315-687FE2191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C718B-6ECE-AFC3-B681-47EED26E6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C899F-B29C-43C4-BC65-ABFDE056E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7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A319-86B7-63B9-BAEC-19F7CDB19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4201"/>
            <a:ext cx="12192000" cy="1655762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SIC Task 17</a:t>
            </a:r>
            <a:endParaRPr lang="en-IN" sz="5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23D48-79F4-C7AF-F1B6-6B370E5F2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000" b="1" dirty="0"/>
              <a:t>Polyglot Software Architecture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16962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9C11-E939-DEBC-9C3F-A2AB8720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A869-2935-4EE9-FB7F-9FD21BB8A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1999" cy="5167312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Polyglot Software Architecture uses the multiple programming languages, databases or technologies in a single application.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Each technology is selected according to the specific needs of a component.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allows the developers to use the most suitable tool  for each task.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commonly used in microservices and the distributed systems.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9953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72D5-0768-4FF3-8BD2-5D1B2CF7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Polyglot meaning ?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CF74-EA5A-F3BD-5A51-2340405B3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The word polyglot means to know or use the multiple languages.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In software architecture, it basically means combining the different technologies within one system.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Different services can be developed using different programming languages.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Example: Python for </a:t>
            </a:r>
            <a:r>
              <a:rPr lang="en-US" b="1" dirty="0" err="1"/>
              <a:t>AI,Java</a:t>
            </a:r>
            <a:r>
              <a:rPr lang="en-US" b="1" dirty="0"/>
              <a:t> for business logic, Java Script for the user interface.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4170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42E3-6233-67D0-831C-C2933128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How does it work ?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F270-23A4-C640-D4C1-511B81C1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FFFF00"/>
          </a:solidFill>
        </p:spPr>
        <p:txBody>
          <a:bodyPr/>
          <a:lstStyle/>
          <a:p>
            <a:pPr algn="just"/>
            <a:r>
              <a:rPr lang="en-US" b="1" dirty="0"/>
              <a:t>A large application is divided into smaller and independent services.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Each service uses an appropriate programming language on technology.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Services communicate through APIs or the messaging systems.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Data is stored  in databases suited to each service. </a:t>
            </a:r>
          </a:p>
          <a:p>
            <a:pPr algn="just"/>
            <a:endParaRPr lang="en-US" b="1"/>
          </a:p>
          <a:p>
            <a:pPr algn="just"/>
            <a:r>
              <a:rPr lang="en-US" b="1"/>
              <a:t>All </a:t>
            </a:r>
            <a:r>
              <a:rPr lang="en-US" b="1" dirty="0"/>
              <a:t>services work together to deliver a complete application.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0539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175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SIC Task 17</vt:lpstr>
      <vt:lpstr>Introduction </vt:lpstr>
      <vt:lpstr>Polyglot meaning ? </vt:lpstr>
      <vt:lpstr>How does it work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5</cp:revision>
  <dcterms:created xsi:type="dcterms:W3CDTF">2026-10-28T19:41:27Z</dcterms:created>
  <dcterms:modified xsi:type="dcterms:W3CDTF">2026-10-28T21:14:15Z</dcterms:modified>
</cp:coreProperties>
</file>