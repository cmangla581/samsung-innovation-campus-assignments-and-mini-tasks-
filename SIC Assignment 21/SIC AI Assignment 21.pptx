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E8E05-686C-84A9-D4CE-9F82AD39ED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712B0C-40F9-6301-4FEA-2C9AE851F4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81267-EB12-2C0A-5E0C-45E309955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7423F-D948-48E9-9B4E-AF66BD7DF021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67746-EDE7-1077-5B6C-DA0C6BD5B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5BBAB-9AB2-8C3F-BFAF-9A9AADA0E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892FB-52DC-47EE-883F-D522D2842B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9112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E1BF2-83B1-5657-9641-22D9CAB34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0411F-F68C-ECB2-21AB-632A0F954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F6BA3-1567-2AB0-D03B-B6F5F244E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7423F-D948-48E9-9B4E-AF66BD7DF021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C6665-D438-82EE-BC50-8D198A97B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374E5-BEF9-04C6-15D8-0026F97B2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892FB-52DC-47EE-883F-D522D2842B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116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55DF1-6E98-36AF-51DC-712433435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9CF74-2518-199A-949A-B7F9F57D3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3B941-DDD6-1F76-DF5B-ED5EB6D88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7423F-D948-48E9-9B4E-AF66BD7DF021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7F618-BFC5-0B2C-A5A1-53B7C9699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6A6B9-34D6-234C-1DE3-F2A137851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892FB-52DC-47EE-883F-D522D2842B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069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C29F9-9A76-810D-753C-BF9C1CB30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D059D-FC36-1103-AF7F-0A5F28C2A9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DD27DC-353F-31F7-322A-6E7892B1C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F40D2-07E5-03B9-9B98-17E399384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7423F-D948-48E9-9B4E-AF66BD7DF021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05F0B2-8F41-D300-46A8-A5F266D53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319779-70CE-D6E0-A53B-07ECF49C8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892FB-52DC-47EE-883F-D522D2842B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741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A9576-4710-F912-CA81-2A0149B35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AB9E63-EFC8-95A8-0CB1-1C6510679A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D490B0-44E5-58EA-A762-6B524179AD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FEDC50-B4AC-4810-587D-5E368B6EE2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14F6DB-7BA5-F526-5303-EDDD3034C5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C62FFC-375B-6935-45EE-E1326EFAB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7423F-D948-48E9-9B4E-AF66BD7DF021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83514E-BC10-DDD1-2B96-6CE4FF313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8D9423-CC61-C3B1-DDE8-37BF99508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892FB-52DC-47EE-883F-D522D2842B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7841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37063-848B-B77D-D243-3AAC235B3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EAB483-677D-F4B6-81E5-C95B00D90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7423F-D948-48E9-9B4E-AF66BD7DF021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24EE04-E74B-E3AC-4603-4FA215A25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1DA6EA-FB24-E9EE-F7CD-689D0ACFF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892FB-52DC-47EE-883F-D522D2842B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652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21C537-4AB2-B1A8-9561-D2DA6DD7E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7423F-D948-48E9-9B4E-AF66BD7DF021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4CD96C-64BE-1834-2641-CA757DB3C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9454E-832D-1E22-A136-6B026C1CD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892FB-52DC-47EE-883F-D522D2842B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8041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9AA4E-765C-84C8-6E66-44C686C6B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DD6CB-B843-E9D3-B736-9D51B598B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C247FF-7D91-00CC-890A-26B8F9EAD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372B9B-9E3F-70CE-63A1-962A2C719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7423F-D948-48E9-9B4E-AF66BD7DF021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49D822-7864-0D50-4342-E72657FBC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823C05-9DE1-80EB-766E-BF98D5335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892FB-52DC-47EE-883F-D522D2842B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811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52DA3-E926-ADD4-1DEF-387C62790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0C09E1-0B4A-F674-A2EE-3C106BE8C9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B4F3CA-73AE-1DC0-8EA3-3FF489D113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84810A-4474-8C36-2EBF-646DC20CD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7423F-D948-48E9-9B4E-AF66BD7DF021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C03AF8-22F2-0B54-746C-42BDB30A1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7E2B70-DC8E-AB27-3F15-D34028F33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892FB-52DC-47EE-883F-D522D2842B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0983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C97CB-A03B-C69C-AAD4-6D14B3018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B3982F-F34B-F9C3-30DA-8337C5B0D3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0F846-146D-120E-2DAE-24DDCDF43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7423F-D948-48E9-9B4E-AF66BD7DF021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CD9F5-DB1A-F11B-29D8-F3D1A2E69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E4BD95-FD94-BBD8-35B5-224D28D95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892FB-52DC-47EE-883F-D522D2842B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4568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49E97F-AA7A-8EE9-F17A-E0E405E7CC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F6CB43-192E-F83E-8AFB-F000E2F910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F2C85-7D75-73C1-8A2C-33A0CC240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7423F-D948-48E9-9B4E-AF66BD7DF021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0E149-D64C-5D6E-65A4-9D866AD8F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2172E0-901D-2059-0D19-9CA8DA72C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892FB-52DC-47EE-883F-D522D2842B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3921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BDB2EC-12B8-0188-D456-A796E1A51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A55335-AA72-4D06-5F02-F0D33D4E2E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8220CC-B0A7-68A5-A251-CEE5907FE6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7423F-D948-48E9-9B4E-AF66BD7DF021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B906F-9AF3-D17C-B3B7-CE2D81D0A5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AD37B-04C5-9F4A-CCAE-23947672E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1892FB-52DC-47EE-883F-D522D2842B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4662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FEF05-7516-142A-ED73-582C072128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425959"/>
            <a:ext cx="12192000" cy="1084004"/>
          </a:xfrm>
          <a:solidFill>
            <a:srgbClr val="FFFF00"/>
          </a:solidFill>
        </p:spPr>
        <p:txBody>
          <a:bodyPr>
            <a:normAutofit/>
          </a:bodyPr>
          <a:lstStyle/>
          <a:p>
            <a:r>
              <a:rPr lang="en-US" sz="4800" b="1" dirty="0">
                <a:latin typeface="+mn-lt"/>
              </a:rPr>
              <a:t>SIC Task 21</a:t>
            </a:r>
            <a:endParaRPr lang="en-IN" sz="4800" b="1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768081-4314-4C00-4FCE-E94D7FE162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509964"/>
            <a:ext cx="12192000" cy="1323293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/>
              <a:t>Distributed Computing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2605532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B8F40-7B97-DCE2-A129-20161ACD7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FFFF00"/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Introduction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E1BC3-69BB-9943-7F6E-6674C322F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690688"/>
            <a:ext cx="12191999" cy="5167312"/>
          </a:xfrm>
          <a:solidFill>
            <a:srgbClr val="FFC000"/>
          </a:solidFill>
        </p:spPr>
        <p:txBody>
          <a:bodyPr>
            <a:normAutofit lnSpcReduction="10000"/>
          </a:bodyPr>
          <a:lstStyle/>
          <a:p>
            <a:pPr algn="just"/>
            <a:r>
              <a:rPr lang="en-US" b="1" dirty="0"/>
              <a:t>Distributed Computing is a computing model in which the multiple independent computers work together to solve the common problem. 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These computers communicate through a network.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Each computer is called a node.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Tasks are divided among the multiple  machines and processed simultaneously  when processed.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The system appears to users as a coordinated computing </a:t>
            </a:r>
            <a:r>
              <a:rPr lang="en-US" b="1" dirty="0" err="1"/>
              <a:t>environement</a:t>
            </a:r>
            <a:r>
              <a:rPr lang="en-US" b="1" dirty="0"/>
              <a:t>.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701915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59F82-6FD9-6DB7-0970-61C8AACF8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127773"/>
          </a:xfrm>
          <a:solidFill>
            <a:srgbClr val="FFFF00"/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Functioning of  Distributed Computing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6401E-A73F-059C-F11D-41018A374A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92898"/>
            <a:ext cx="12192000" cy="5365102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just"/>
            <a:r>
              <a:rPr lang="en-US" b="1" dirty="0"/>
              <a:t>A large task is divided into the smaller sub tasks.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Tasks  are distributed among multiple computers.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Each computer processes its assigned tasks.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Computers exchange the data and coordinate the  activities.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Results are collected and combined into a final output. </a:t>
            </a:r>
          </a:p>
          <a:p>
            <a:pPr algn="just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281520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1973F-8FDC-BEC4-F2A2-DDDF4781B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FFFF00"/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Key Characteristics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712E8-8C7D-E709-6F91-E43233914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690688"/>
            <a:ext cx="12191999" cy="5167312"/>
          </a:xfrm>
          <a:solidFill>
            <a:srgbClr val="FFC000"/>
          </a:solidFill>
        </p:spPr>
        <p:txBody>
          <a:bodyPr>
            <a:normAutofit fontScale="92500" lnSpcReduction="10000"/>
          </a:bodyPr>
          <a:lstStyle/>
          <a:p>
            <a:pPr algn="just"/>
            <a:r>
              <a:rPr lang="en-US" b="1" dirty="0"/>
              <a:t>Resource Sharing : Computers share data, storage and processing power.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Concurrency : Multiple  tasks executed at the same time.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Scalability : More machines can be added as demand increases.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Fault Tolerance : The system  can continue operating despite certain machine failures.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Transparency : Users may or may not  know which machine perform a task.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Communication :  Nodes exchange the messages over a network.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404392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184</Words>
  <Application>Microsoft Office PowerPoint</Application>
  <PresentationFormat>Widescreen</PresentationFormat>
  <Paragraphs>34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SIC Task 21</vt:lpstr>
      <vt:lpstr>Introduction</vt:lpstr>
      <vt:lpstr>Functioning of  Distributed Computing</vt:lpstr>
      <vt:lpstr>Key Characteristics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Chaitanya Mangla</dc:creator>
  <cp:lastModifiedBy>Chaitanya Mangla</cp:lastModifiedBy>
  <cp:revision>6</cp:revision>
  <dcterms:created xsi:type="dcterms:W3CDTF">2026-10-29T15:57:21Z</dcterms:created>
  <dcterms:modified xsi:type="dcterms:W3CDTF">2026-10-29T17:05:54Z</dcterms:modified>
</cp:coreProperties>
</file>