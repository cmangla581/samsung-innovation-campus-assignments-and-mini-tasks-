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3A58-7013-74B3-871C-46FB5C05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1FCC2-B590-86B2-6E58-D36BFDCF7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BED2F-7D5C-B6D9-E7C6-E8E59251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0D8A1-46FD-78A1-0E56-B9C73EF3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741C9-10E0-A8D9-4F6F-272A6782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2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6154-B8E7-6779-6851-8653C239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196E4-5BFC-DA63-93E4-EDCE96F5D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042B4-1902-322E-200B-32BDAB22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A8802-2479-70EE-D6D6-C970BD25E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16F7F-3BF8-0E9A-8E73-8370B5E7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1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672C-1854-7BF5-9080-7270782C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EB27D-D675-BF5B-F285-50BD40216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179A-FC0E-A9D0-B740-7248F807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46C59-FE96-C45F-3EC4-FB026121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0641C-1CD5-1968-C58C-834FCFAA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1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BDD8-8198-6355-2348-22644CCC8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C24A-CED5-55EC-89C3-7E9883583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00BEE-09DB-8087-A43B-E3D6430C9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A0D40-1FC0-9E00-4E80-AF4AC1A5C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E3386-6120-E214-C16A-A15816BD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5F758-08F2-5757-727F-A6633017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1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BBFA-F0F7-6E5B-886D-C2EA6C5AB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55D86-ED4C-CB74-C83F-BB5261B6B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1A4B-D6BC-2640-1768-2174CA9D1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62DAC-B313-03DF-550E-FD30B0FEB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8C3772-7DA6-D3BA-D20B-8D086C8F0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37300-BB53-AE75-6E12-6C235F73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1F5F0-63F4-C705-5B5A-0FEECC90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B45A8E-5456-230D-1F39-7FEAA5DD9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34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4B6E0-A387-3B35-C42A-811266D8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F6A62-FC50-4FB4-02F4-4F4BC5D1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4BEFC-CA3F-246F-EBBA-E3BAE4A7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D540D-189E-59F1-1CBF-38CFF442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04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84D11-A4EB-1AEA-A0A5-467D8736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B5F0C-6BB4-8820-0C97-39DA15436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62540-6ACC-2CCF-8D9F-7E2F931FC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86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7C7D2-1D6D-9161-ED12-41B4A64F3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7420E-1C15-639A-2577-25483F4F7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3A9F0-B50D-D71A-5767-82E09335F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4609D-9F2E-F8BB-3B0C-775F02F3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B8AFC-ED87-67D2-CFAE-5359DA82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E448E-18B8-F911-01B2-1B057DED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59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00CA-989B-8ADA-14B3-D66B3180E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9FFE50-8203-5882-3C47-2EE6EA0B5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D91C2-9A98-74D1-2D6B-5AEF0AEA5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974A5-78BE-D895-A9BA-4EADC617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C13A2-8569-1FA9-4D0F-96215E5FF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E6006-92D1-97C6-7664-0C283064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06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BFD9-2E63-28A0-8E14-5992F6D37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27D98-99DC-20A1-F3C3-2EDD28FB3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EB0E-7E7D-0E7E-BDB0-1C3574CA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4163-6EBA-EF59-DF8D-2C42CA10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9F202-B361-15E2-121C-9938DF46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971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BFF188-29A1-8BC9-8735-F1921127D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9B42E-1E18-CDFE-8E0F-F2705127B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370FB-8637-74D3-586C-58B05AA44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11F98-4565-9B06-974C-5ADEF42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7C1D0-A130-454B-7371-207B643A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80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D6AE8-9D08-CE2B-0987-EA2B795C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AD97A-6853-5635-88CB-124CD6C10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5FB6B-43BE-06A2-2B54-A89975A21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D6FF6-F4B1-4C67-B2CB-1B368C7AFE2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55C0A-FB49-22A5-A042-4B813F438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BABC-D67F-489D-F2E4-D496A2445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E3F82-B545-4650-91CB-F86DBA472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01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7C893-B12A-9056-41A4-7CA886CB8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SIC Task 9</a:t>
            </a:r>
            <a:endParaRPr lang="en-IN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B349F-92AD-9054-F390-9257E14F9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509963"/>
            <a:ext cx="12191999" cy="1747837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400" b="1" dirty="0"/>
              <a:t>Edge Computing 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540490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5524-1064-0292-B54A-A4E58FE1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E65CE-2257-D3BF-2111-2B6911D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92D050"/>
          </a:solidFill>
        </p:spPr>
        <p:txBody>
          <a:bodyPr/>
          <a:lstStyle/>
          <a:p>
            <a:pPr algn="just"/>
            <a:r>
              <a:rPr lang="en-US" b="1" dirty="0"/>
              <a:t>Edge Computing is a modern computing technology. </a:t>
            </a:r>
          </a:p>
          <a:p>
            <a:pPr algn="just"/>
            <a:r>
              <a:rPr lang="en-US" b="1" dirty="0"/>
              <a:t>It processes the data near the location where it is generated. </a:t>
            </a:r>
          </a:p>
          <a:p>
            <a:pPr algn="just"/>
            <a:r>
              <a:rPr lang="en-US" b="1" dirty="0"/>
              <a:t>It reduces the need to send all the data to a centralized cloud server. </a:t>
            </a:r>
          </a:p>
          <a:p>
            <a:pPr algn="just"/>
            <a:r>
              <a:rPr lang="en-US" b="1" dirty="0"/>
              <a:t>It enables the faster data processing and responses. </a:t>
            </a:r>
          </a:p>
          <a:p>
            <a:pPr algn="just"/>
            <a:r>
              <a:rPr lang="en-US" b="1" dirty="0"/>
              <a:t>It is widely used in IoT, smart cities, healthcare and autonomous vehicles.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9507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90F0-BBF6-28EA-F7A8-8B835A1E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Edge Computing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09148-D352-DFB5-0018-AF478A653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FFC000"/>
          </a:solidFill>
        </p:spPr>
        <p:txBody>
          <a:bodyPr/>
          <a:lstStyle/>
          <a:p>
            <a:pPr algn="just"/>
            <a:r>
              <a:rPr lang="en-US" b="1" dirty="0"/>
              <a:t>Edge Computing brings computation and data storage closer to users and devices. </a:t>
            </a:r>
          </a:p>
          <a:p>
            <a:pPr algn="just"/>
            <a:r>
              <a:rPr lang="en-US" b="1" dirty="0"/>
              <a:t>Data can be processed by  local devices, gateways or nearby servers. </a:t>
            </a:r>
          </a:p>
          <a:p>
            <a:pPr algn="just"/>
            <a:r>
              <a:rPr lang="en-US" b="1" dirty="0"/>
              <a:t>Only necessary data is to be sent to the cloud. </a:t>
            </a:r>
          </a:p>
          <a:p>
            <a:pPr algn="just"/>
            <a:r>
              <a:rPr lang="en-US" b="1" dirty="0"/>
              <a:t>It improves the application speed  and reduces the network  traffic speed.  </a:t>
            </a:r>
          </a:p>
          <a:p>
            <a:pPr algn="just"/>
            <a:r>
              <a:rPr lang="en-US" b="1" dirty="0"/>
              <a:t>Data Generation: Sensors and devices collect data.  </a:t>
            </a:r>
          </a:p>
          <a:p>
            <a:pPr algn="just"/>
            <a:r>
              <a:rPr lang="en-US" b="1" dirty="0"/>
              <a:t>Local Processing: An edge device processes the data nearby. </a:t>
            </a:r>
          </a:p>
          <a:p>
            <a:pPr algn="just"/>
            <a:r>
              <a:rPr lang="en-US" b="1" dirty="0"/>
              <a:t>Decision making: The system responds immediately when required. </a:t>
            </a:r>
          </a:p>
          <a:p>
            <a:pPr algn="just"/>
            <a:r>
              <a:rPr lang="en-US" b="1" dirty="0"/>
              <a:t>Action: The system performs the </a:t>
            </a:r>
            <a:r>
              <a:rPr lang="en-US" b="1"/>
              <a:t>required operation.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8776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155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SIC Task 9</vt:lpstr>
      <vt:lpstr>Introduction</vt:lpstr>
      <vt:lpstr>Edge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3</cp:revision>
  <dcterms:created xsi:type="dcterms:W3CDTF">2026-10-21T18:27:41Z</dcterms:created>
  <dcterms:modified xsi:type="dcterms:W3CDTF">2026-10-21T19:19:39Z</dcterms:modified>
</cp:coreProperties>
</file>