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5E262-8BF0-DC0C-207F-2DBAE0848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708FD-10D0-30ED-ADC1-BFFBF3A3B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770DD-E01B-454D-F7DE-98CB6B1FF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38598-5159-4B5E-A2E4-BADE25A563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07E2B-EB54-2488-9B10-DFEB3D396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4F83A-F07F-04F9-7831-C5EBD2F8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AF99-19AE-4D4B-8A26-2E1EB45F7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77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C6828-A53F-6E17-E279-D92F1406A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D21C8-54D3-5A71-8656-799D0468B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6CFE7-78A9-4B30-F6C8-252C98F2B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38598-5159-4B5E-A2E4-BADE25A563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5825D-9B23-2B70-16AF-E9C5CF2FE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A23A2-9B18-65ED-E662-4621C0550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AF99-19AE-4D4B-8A26-2E1EB45F7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75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A198-7CDD-0A2D-9915-52E3FD359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DFBB1-F417-CE26-5A97-7776C3559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271EA-3E0C-131C-C7DB-0E02B2665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38598-5159-4B5E-A2E4-BADE25A563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4759D-1A51-0191-9023-A1A677A1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281CA-0CFE-534B-1D87-9A6392B9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AF99-19AE-4D4B-8A26-2E1EB45F7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01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960A-9CAC-B70A-2467-229DCAFFE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E27CB-8A38-0919-F0F0-9FE4FEE0D6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A9848-1F71-04BF-6579-6DF8ED723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9A7DE-6B02-CFA3-F67D-552AFE97C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38598-5159-4B5E-A2E4-BADE25A563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74956-F44E-FEF7-ED47-5153BD0C2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5C691-87D6-123D-F9F9-CB6E71E84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AF99-19AE-4D4B-8A26-2E1EB45F7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372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DC092-9D07-D98E-67A2-7714334E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64B76-4A2C-04F4-923D-1A204F142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49464-D2DF-F3A5-D6C6-3CDF04607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309C02-6E63-3107-EBC0-DADB37BD74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B5ACCE-DD9E-6386-4FB8-CA7E1A9F9F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BD8C94-9DCE-2FE5-22C2-15D808450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38598-5159-4B5E-A2E4-BADE25A563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674C7C-BA22-D6E4-C1F9-85EAACF1E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69A521-4F26-0523-4F5E-EECFD94A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AF99-19AE-4D4B-8A26-2E1EB45F7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042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83491-2CA6-C8E7-1D1C-7A93FB69F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5B995-3104-19FB-535A-74192329D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38598-5159-4B5E-A2E4-BADE25A563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3AFD37-0787-FE84-510D-DE61705F6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B45D2-2D63-26CB-9B88-D822376F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AF99-19AE-4D4B-8A26-2E1EB45F7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90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31F751-B7F8-FA11-B8A2-931D92FC1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38598-5159-4B5E-A2E4-BADE25A563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8609F9-C1C1-ACCA-C482-F19C5E2F5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A9DB0-11B2-81B5-2903-54ED8DE1D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AF99-19AE-4D4B-8A26-2E1EB45F7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799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6C8BD-B0D0-FD79-AE52-8C05D182D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7F0D0-C816-E8E8-9403-E134F265E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43D5E-3AB2-03E7-D56B-625788437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AD2A7-C8C6-E97F-1D6D-26D31C3AA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38598-5159-4B5E-A2E4-BADE25A563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6D55C-2AC7-B884-AF26-343B2900D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5B458-1D00-C6A9-6EFF-7C4C99D8A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AF99-19AE-4D4B-8A26-2E1EB45F7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48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04443-2571-2B27-0AD7-DB4AF1531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472F7E-4E8F-EF23-8899-C604CC0D3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44E70-801F-999E-42C4-DC5838578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66572-0C4E-D3A5-1B0F-58E2F5ED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38598-5159-4B5E-A2E4-BADE25A563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3FB39F-06BA-D03E-3F28-EC7AC4A89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134A4-9CE1-CFEF-18EC-ABD49832F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AF99-19AE-4D4B-8A26-2E1EB45F7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139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CDA3-AB64-4D07-0B6A-56824AA0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203E1-8A2C-645B-3E20-CFBAB56775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9DC04-455A-3F82-C7DF-4110A93AE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38598-5159-4B5E-A2E4-BADE25A563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BA2AE-B0EA-04B4-8BDD-F581BF663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6DDD4-B677-AC36-289B-80EB499B5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AF99-19AE-4D4B-8A26-2E1EB45F7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700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09F05B-BEA0-20C2-B94A-75C13E96C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0548B8-77D9-FC1F-0C90-979E459A4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6F8E1-28D9-E18D-4C63-7D05BE6FD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38598-5159-4B5E-A2E4-BADE25A563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FB85A-D9C4-DA4D-0842-D1616137A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C5DD3-1A68-8F53-B46C-78C085D50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FAF99-19AE-4D4B-8A26-2E1EB45F7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24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70163-3D62-C610-CBB6-AF8DD2B18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1EDA2-B1CA-1F62-A400-65FEFD3AA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5EFE5-82A9-76E8-6B48-906861B19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38598-5159-4B5E-A2E4-BADE25A563A9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6592E-85A3-2E75-3939-6C5AC8257A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5EDD0-01A6-A4DD-AFEE-7802F8C2EC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FAF99-19AE-4D4B-8A26-2E1EB45F79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43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F63EF-89E6-FF05-FF28-BA2222303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54201"/>
            <a:ext cx="12191999" cy="1655762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4400" b="1" dirty="0">
                <a:latin typeface="+mn-lt"/>
              </a:rPr>
              <a:t>SIC Task 14</a:t>
            </a:r>
            <a:endParaRPr lang="en-IN" sz="44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9BC8A5-DB2B-9A6B-6B3D-79CC2BBEF3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09963"/>
            <a:ext cx="12191998" cy="1747837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4800" b="1" dirty="0"/>
              <a:t>Geometry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1682951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B94E2-7A75-0302-1C24-F589BFC2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Introduction 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E7EA-0A7E-3086-ADDD-146A929AE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 lnSpcReduction="10000"/>
          </a:bodyPr>
          <a:lstStyle/>
          <a:p>
            <a:pPr algn="just"/>
            <a:r>
              <a:rPr lang="en-US" b="1" dirty="0"/>
              <a:t>Geometry is a branch of mathematics that studies shapes, sizes,  angles, distances and positions.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helps AI and ML systems understand the  spatial relationships and patterns in </a:t>
            </a:r>
          </a:p>
          <a:p>
            <a:pPr marL="0" indent="0" algn="just">
              <a:buNone/>
            </a:pPr>
            <a:r>
              <a:rPr lang="en-US" b="1" dirty="0"/>
              <a:t>   data.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Geometric concepts are used in computer vision, robotics, image processing and data analysis.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Geometry helps the machines interpret the physical world and mathematical spaces.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02157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55D7B-CFA5-2ED0-D10B-8993FCCB4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Types of Geometry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12D15-CC8F-4331-C307-05F251870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rgbClr val="92D050"/>
          </a:solidFill>
        </p:spPr>
        <p:txBody>
          <a:bodyPr>
            <a:normAutofit/>
          </a:bodyPr>
          <a:lstStyle/>
          <a:p>
            <a:pPr algn="just"/>
            <a:r>
              <a:rPr lang="en-US" b="1" dirty="0"/>
              <a:t>Euclidean Geometry : Studies points, lines, angles and distances.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Analytical Geometry : Uses coordinates and equations to represent the geometric objects.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Vector Geometry: Deals with vectors, directions and magnitudes.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Computational  Geometry: Uses algorithms to solve geometric problems.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Differential Geometry: Studies the curved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9103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5B676-C09C-1AA0-FA8C-66A516589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Geometry uses in AI/ML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45193-40D0-BDCB-78D8-E9FBCA3B0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It represents the data as points and vectors in multi dimensional  space.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Measures similarities and differences between data samples.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Helps  the algorithms identify patterns and separate classes.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Supports the image recognition and object detection.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Enables robots and autonomous vehicles to understand the mechanism of spatial  movement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66586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178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SIC Task 14</vt:lpstr>
      <vt:lpstr>Introduction </vt:lpstr>
      <vt:lpstr>Types of Geometry</vt:lpstr>
      <vt:lpstr>Geometry uses in AI/ML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4</cp:revision>
  <dcterms:created xsi:type="dcterms:W3CDTF">2026-10-24T14:42:48Z</dcterms:created>
  <dcterms:modified xsi:type="dcterms:W3CDTF">2026-10-24T15:01:36Z</dcterms:modified>
</cp:coreProperties>
</file>