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65B64-1E5D-15C7-30B9-7731EE42C9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79EDB3-FE03-BDF3-DE05-B4470BF526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C192ED-43BF-24C3-C62D-7F85E5580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D2E9D-72E1-4E78-B0CE-010C68FE678E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24555A-3555-4B36-25E1-33F2578CE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E4D885-2DE1-CFA3-23F1-5AD53853F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FC5E6-88A4-462F-A12E-AA237DC0E6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54296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9610E-7155-B21D-A80F-1D9FB3777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21726-6B1A-AE82-F9F7-2664069C3A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62D240-B210-F086-E713-D141976C0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D2E9D-72E1-4E78-B0CE-010C68FE678E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5F1E1-841E-5490-65A2-ADF9EEFFB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AFDD1B-16C8-1DC1-0C2A-44C465637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FC5E6-88A4-462F-A12E-AA237DC0E6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2453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6CBB7-1D60-374E-8D95-95E64F9A7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AC3E1F-46D4-660A-FBDE-84EDACBF1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29EA5-D0AE-52A7-A02E-5F2781229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D2E9D-72E1-4E78-B0CE-010C68FE678E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93D091-A231-F1DB-EB54-596F0DA88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DE01ED-3F81-53E0-E9B8-E2361AE98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FC5E6-88A4-462F-A12E-AA237DC0E6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5254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1A13D-FADD-2C1D-A19E-9576B2097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0D393E-0637-152C-F1E7-7DDD193D06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C39DF7-2F87-0A71-0815-CF154C38CB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39D32A-DAAA-5527-E547-B0B3D5BE5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D2E9D-72E1-4E78-B0CE-010C68FE678E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A6B65C-2B98-17AB-D447-F949ED8A4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0D9E2A-F448-3EF0-D0F9-A419BCF60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FC5E6-88A4-462F-A12E-AA237DC0E6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2585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CF93F-0C45-9531-C4DF-831AF3343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1C7812-CE5B-D78F-3608-A4043C2B61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09FA27-4C79-93AE-93D5-773EB7087D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A1E7B2-7F47-7D92-0759-9A2F369CC2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DE408F-92B8-B881-930F-50A38764B7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2C45C0-2514-8517-186B-265911A2E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D2E9D-72E1-4E78-B0CE-010C68FE678E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F449A7-0A6C-0D11-4655-194C9E59F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456625-501E-BA90-B2DC-14F11512E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FC5E6-88A4-462F-A12E-AA237DC0E6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7695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60E99-A23C-2D19-586D-091E29F5E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4F78DF-C374-D56D-DDD5-187C21E54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D2E9D-72E1-4E78-B0CE-010C68FE678E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B96822-3F01-8133-822C-7F03F4F62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1301D4-FF02-D430-CBA7-FB0A7C5DE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FC5E6-88A4-462F-A12E-AA237DC0E6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1483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5916E5-A517-D132-3352-C75C96A62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D2E9D-72E1-4E78-B0CE-010C68FE678E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DC55DD-FD5A-A1FD-7580-34986A24B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01F1F6-11AC-E08B-6850-8991EBF37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FC5E6-88A4-462F-A12E-AA237DC0E6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1271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8A6B7-7AEB-0D81-DBF9-6C3559B34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64A81B-F6E2-4183-3401-01334F6E21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B2D065-CA4C-E8CC-6E17-5397557E60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6CF34A-1418-3008-D6B3-0B3B9BE8F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D2E9D-72E1-4E78-B0CE-010C68FE678E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C7C017-67A4-4357-18F2-4FECBBE15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B92CA9-9B93-2CC1-F372-D1F3FD5A9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FC5E6-88A4-462F-A12E-AA237DC0E6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2833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8BA85-C437-EA78-CCA6-928FB95EE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544E81-4781-428A-172F-BC9C4DE52E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EA834F-7A3A-475E-3831-80EBAF747D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57D222-E684-A2BD-FB92-38E1E45FE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D2E9D-72E1-4E78-B0CE-010C68FE678E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DD919-5DFB-238C-69A3-A0D7AA042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D6843A-7B24-2B4A-5994-09CDE9137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FC5E6-88A4-462F-A12E-AA237DC0E6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8897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24E58-C462-8E6F-D365-D19ADF3A2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558409-3361-31B3-C7DA-021713F6A0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299B49-4C05-CA86-D71B-B67CD00AE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D2E9D-72E1-4E78-B0CE-010C68FE678E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4478B5-01F0-5D7E-64C2-05610D7B1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67BAEE-54CD-5CED-EFA5-950D9F66A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FC5E6-88A4-462F-A12E-AA237DC0E6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57073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C6F829-1DD0-AFC1-0AA4-39143FCADA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9FB881-EFA5-4B51-766D-A532470287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2C62D7-EBAF-46EB-ED0C-195C793E2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D2E9D-72E1-4E78-B0CE-010C68FE678E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D8E44-40A6-9391-84F6-540BDF21D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7A02B-B09E-4EE2-D3AB-EADE3CDF1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FC5E6-88A4-462F-A12E-AA237DC0E6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3346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199D02-BAF5-858B-48F9-CDE6A7C63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422EAF-0447-9729-3153-663840729D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224137-D17F-6AF9-D7C1-44F4507C19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7D2E9D-72E1-4E78-B0CE-010C68FE678E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AC77B9-E3F4-49F9-4B43-5862B71FDD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37AF68-4CF0-87A1-B77E-338F3A38AD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1FC5E6-88A4-462F-A12E-AA237DC0E6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4997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862B9-0F8B-5279-97F5-3AC960B132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  <a:solidFill>
            <a:srgbClr val="FFFF00"/>
          </a:solidFill>
        </p:spPr>
        <p:txBody>
          <a:bodyPr/>
          <a:lstStyle/>
          <a:p>
            <a:r>
              <a:rPr lang="en-US" b="1" dirty="0">
                <a:latin typeface="+mn-lt"/>
              </a:rPr>
              <a:t>SIC Task 10</a:t>
            </a:r>
            <a:endParaRPr lang="en-IN" b="1" dirty="0"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CA8FE6-4946-9BA9-EB96-5FEDBC3C1D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509963"/>
            <a:ext cx="12192000" cy="1747837"/>
          </a:xfrm>
          <a:solidFill>
            <a:schemeClr val="accent4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4000" b="1" dirty="0"/>
              <a:t>Game Theory</a:t>
            </a:r>
            <a:endParaRPr lang="en-IN" sz="4000" b="1" dirty="0"/>
          </a:p>
        </p:txBody>
      </p:sp>
    </p:spTree>
    <p:extLst>
      <p:ext uri="{BB962C8B-B14F-4D97-AF65-F5344CB8AC3E}">
        <p14:creationId xmlns:p14="http://schemas.microsoft.com/office/powerpoint/2010/main" val="38646248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E024C-60AF-EFF4-D630-4614CB0E6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solidFill>
            <a:srgbClr val="92D050"/>
          </a:solidFill>
        </p:spPr>
        <p:txBody>
          <a:bodyPr/>
          <a:lstStyle/>
          <a:p>
            <a:pPr algn="ctr"/>
            <a:r>
              <a:rPr lang="en-US" b="1" dirty="0">
                <a:latin typeface="+mn-lt"/>
              </a:rPr>
              <a:t>Introduction</a:t>
            </a:r>
            <a:endParaRPr lang="en-IN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76C9E5-68C3-2FC3-22A5-6D5B62917C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90688"/>
            <a:ext cx="12192000" cy="5167312"/>
          </a:xfrm>
          <a:solidFill>
            <a:srgbClr val="FFFF00"/>
          </a:solidFill>
        </p:spPr>
        <p:txBody>
          <a:bodyPr/>
          <a:lstStyle/>
          <a:p>
            <a:pPr algn="just"/>
            <a:r>
              <a:rPr lang="en-US" b="1" dirty="0"/>
              <a:t>Game Theory is a branch of mathematics and economics.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It studies the decision making between 2 or more participants. 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Each participant’s  outcome depends on their own decisions and the decisions of  others.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It helps to analyze the competition, cooperation and conflict.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It is used in the economics, business, politics and artificial intelligence.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652750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E87CF-1BC7-DEB3-2E8F-0E7DFD0AA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pPr algn="ctr"/>
            <a:r>
              <a:rPr lang="en-US" b="1" dirty="0">
                <a:latin typeface="+mn-lt"/>
              </a:rPr>
              <a:t>Basic Elements of Game Theory</a:t>
            </a:r>
            <a:endParaRPr lang="en-IN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1469CF-7910-222F-14A1-81774334C6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690688"/>
            <a:ext cx="12191999" cy="5167312"/>
          </a:xfrm>
          <a:solidFill>
            <a:srgbClr val="00B0F0"/>
          </a:solidFill>
        </p:spPr>
        <p:txBody>
          <a:bodyPr/>
          <a:lstStyle/>
          <a:p>
            <a:pPr algn="just"/>
            <a:r>
              <a:rPr lang="en-US" b="1" dirty="0"/>
              <a:t>Players : Individuals or the organizations involved in a game.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Strategies:  Available  Choices or Actions. 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Payoffs: Rewards or the losses resulting from the decisions.  </a:t>
            </a:r>
          </a:p>
          <a:p>
            <a:pPr algn="just"/>
            <a:endParaRPr lang="en-IN" b="1" dirty="0"/>
          </a:p>
          <a:p>
            <a:pPr algn="just"/>
            <a:r>
              <a:rPr lang="en-IN" b="1" dirty="0"/>
              <a:t>Rules: Conditions that define how the game operates. </a:t>
            </a:r>
          </a:p>
          <a:p>
            <a:pPr algn="just"/>
            <a:endParaRPr lang="en-IN" b="1"/>
          </a:p>
          <a:p>
            <a:pPr algn="just"/>
            <a:r>
              <a:rPr lang="en-IN" b="1"/>
              <a:t>Information</a:t>
            </a:r>
            <a:r>
              <a:rPr lang="en-IN" b="1" dirty="0"/>
              <a:t>: Knowledge available to players when making decisions. </a:t>
            </a:r>
          </a:p>
          <a:p>
            <a:pPr algn="just"/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4401747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120</Words>
  <Application>Microsoft Office PowerPoint</Application>
  <PresentationFormat>Widescreen</PresentationFormat>
  <Paragraphs>22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SIC Task 10</vt:lpstr>
      <vt:lpstr>Introduction</vt:lpstr>
      <vt:lpstr>Basic Elements of Game Theory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Chaitanya Mangla</dc:creator>
  <cp:lastModifiedBy>Chaitanya Mangla</cp:lastModifiedBy>
  <cp:revision>4</cp:revision>
  <dcterms:created xsi:type="dcterms:W3CDTF">2026-10-23T06:09:41Z</dcterms:created>
  <dcterms:modified xsi:type="dcterms:W3CDTF">2026-10-23T06:23:57Z</dcterms:modified>
</cp:coreProperties>
</file>