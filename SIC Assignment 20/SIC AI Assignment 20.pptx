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8C24-D335-274E-3D07-D764EE044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49949-C7CF-AB66-14EA-589E3DF85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F8D55-8D48-7C55-87A2-E1B5C113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5059D-ADA9-4138-9645-983E8F50526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23297-A97E-58DC-E27C-48C09B09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ACDF8-B9AE-39CB-481B-655B644C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8EC-D537-4EE0-812A-BFCCD5644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8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8E78-9E34-CF0F-9F6D-4FCC5811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77EE-D8EB-DBEF-D585-41E9DFFF7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022AA-CBCF-D716-7FD7-33558B54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5059D-ADA9-4138-9645-983E8F50526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3C100-B452-C662-314A-C8570B377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49439-3A70-AD72-7AFC-8D8EC25D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8EC-D537-4EE0-812A-BFCCD5644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2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8D332-826C-3BCB-AEC9-46B0BE301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7C275-1234-BBB6-406C-CD84BA389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E76D2-802A-26D5-A07F-FAF6101B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5059D-ADA9-4138-9645-983E8F50526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08CD0-51A0-F614-C4B1-D58B3B4E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44A81-67F4-26E8-399C-6EDA54763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8EC-D537-4EE0-812A-BFCCD5644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83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A745B-E212-1386-3C32-830907FC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53B16-F617-EB2A-D9AF-55E0ED77E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A5E49-DBF1-36CF-EC87-6041BEDF8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F4D31-DDA2-2BD1-0CE9-96F44943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5059D-ADA9-4138-9645-983E8F50526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6D99D-24E9-15F3-9D9B-874FCCE1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1DA99-91B5-DB3C-A2C6-C35CE2F59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8EC-D537-4EE0-812A-BFCCD5644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5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B3B4-5AF6-AA76-5910-A49E84F7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411B6-74DE-AE1F-8A9F-8208AA817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773FE-14E3-405E-5BF4-E6A9D8F1A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97FF2-B907-2523-7245-21A35BDDE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B3C347-CB07-8EF2-A465-13A3CE84F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D5779B-B085-5B6F-8B1B-9CB0E0239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5059D-ADA9-4138-9645-983E8F50526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274DEB-4ED5-5C2A-CCE9-81A5AC8C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A86A2-C352-0F18-98BA-42407555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8EC-D537-4EE0-812A-BFCCD5644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37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DFCF0-DF0E-F708-32FF-652B45DA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AF9DB-E7E7-A3B3-0658-44B75383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5059D-ADA9-4138-9645-983E8F50526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80AA2-FA2D-ED3A-E250-785265F2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91E8D-2730-6E99-7489-B5A3DBF9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8EC-D537-4EE0-812A-BFCCD5644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578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B6CAE-B530-16FD-B41F-B99CC654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5059D-ADA9-4138-9645-983E8F50526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7F07C-0A6C-5363-C837-C7825EE5A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2DD58-7C12-5C36-681F-6319D2B8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8EC-D537-4EE0-812A-BFCCD5644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634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1E22-9096-AA6D-3BDA-F33353D7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12C6D-5AB3-12C3-56B0-3AB6197A8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1D46A-D5B5-257C-10DC-8E0C6C952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B1AE3-032C-3CA1-065B-2A0D0B62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5059D-ADA9-4138-9645-983E8F50526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17E71-9F98-49DA-BE8B-5CB76441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DBC16-30D0-B788-BDDE-39B49254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8EC-D537-4EE0-812A-BFCCD5644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49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E7A43-00A5-1994-A487-70CF435A0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8CB950-4016-B49E-D553-3131B4D15D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3E0F7-AE2A-4C8F-67E7-F425358CB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60707-27D4-B3C1-7A6A-156F2F62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5059D-ADA9-4138-9645-983E8F50526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20A43-2412-9BDE-DC64-823449F7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9610F-2838-4BF1-9DA8-17117DB74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8EC-D537-4EE0-812A-BFCCD5644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865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49DD-4972-F842-3784-5C2AD20C4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225DE-A8D8-224F-9D54-9779DA70B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DA767-E097-797B-B1E6-EBC12B5A1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5059D-ADA9-4138-9645-983E8F50526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D1C7A-3B5D-158D-38CC-A60C6A4E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5201F-96D9-0B51-8745-5B889A1C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8EC-D537-4EE0-812A-BFCCD5644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978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32D5B3-9AA4-4098-4E90-1B90DB0DC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75ECA-950F-D65E-ECC4-723D9EE99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D817B-B42C-5D5B-6D46-A1F9C19A8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5059D-ADA9-4138-9645-983E8F50526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95973-9EEE-9875-C277-CA330BAF2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9204-7CFC-D596-4B39-0F1E1673F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8EC-D537-4EE0-812A-BFCCD5644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420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BE2FEE-D747-A2A3-217A-A97E5315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A4F0D-D5C9-A2A6-C84F-1C9812F2F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742F2-52C2-93DC-14CB-202ED185D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5059D-ADA9-4138-9645-983E8F50526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8F952-9F39-37F3-58B1-D243F1BE0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33515-FF01-783B-DAF1-991FB3432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208EC-D537-4EE0-812A-BFCCD5644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7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6AA2-4AE3-3FA2-0470-908AACF9B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46041"/>
            <a:ext cx="12192000" cy="1363922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SIC Task 20</a:t>
            </a:r>
            <a:endParaRPr lang="en-IN" sz="54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ED91F-9DB8-D3BE-A384-C4660582C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3"/>
            <a:ext cx="12192000" cy="1747837"/>
          </a:xfrm>
          <a:solidFill>
            <a:srgbClr val="92D050"/>
          </a:solidFill>
        </p:spPr>
        <p:txBody>
          <a:bodyPr>
            <a:normAutofit/>
          </a:bodyPr>
          <a:lstStyle/>
          <a:p>
            <a:r>
              <a:rPr lang="en-US" sz="4400" b="1" dirty="0"/>
              <a:t>Asynchronous Programming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26336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4E68-B185-D637-F497-594984E0C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B3561-2300-8010-D8CE-D1986B00F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rgbClr val="00B0F0"/>
          </a:solidFill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Asynchronous Programming is a programming technique that allows tasks to run without blocking the execution of  other tasks.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It improves the application responsiveness and the resource utilization.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A program can start a task and continue doing other work while waiting for that task to finish.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It is widely used in the web development, networking,  APIs and the database operations.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Like : downloading  files, sending APIs requests and reading data from the </a:t>
            </a:r>
            <a:r>
              <a:rPr lang="en-US" sz="2400" b="1" dirty="0" err="1"/>
              <a:t>datbases</a:t>
            </a:r>
            <a:r>
              <a:rPr lang="en-US" sz="2400" b="1" dirty="0"/>
              <a:t>.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850380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836D-C407-40D2-CCB2-3D50AE78F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Asynchronous Programming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E7102-217E-F6AE-824C-E57968D7C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It allows the multiple operations to make progress without requiring the each operation to finish before the next begins.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Tasks that involve waiting can run without blocking the main execution flow.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Results are handled when the operations complete.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is especially useful for the input/output (I/O) operations. 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It can use an event loop, callbacks, promises etc. </a:t>
            </a:r>
          </a:p>
        </p:txBody>
      </p:sp>
    </p:spTree>
    <p:extLst>
      <p:ext uri="{BB962C8B-B14F-4D97-AF65-F5344CB8AC3E}">
        <p14:creationId xmlns:p14="http://schemas.microsoft.com/office/powerpoint/2010/main" val="1504183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AEED5-EA9D-BDB5-D4C8-A65950D8D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Functioning of Asynchronous Programming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9AB19-C652-A7E4-3836-B271D9DF3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1999" cy="516731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A program starts an operation, such as requesting the data from a server.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If the operation must wait, the program can continue the other  work.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The  operation completes in the background or through an operating system or runtime mechanism.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A callback, promise or awaited result handles completion.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The program processes the result when it becomes available. </a:t>
            </a:r>
          </a:p>
        </p:txBody>
      </p:sp>
    </p:spTree>
    <p:extLst>
      <p:ext uri="{BB962C8B-B14F-4D97-AF65-F5344CB8AC3E}">
        <p14:creationId xmlns:p14="http://schemas.microsoft.com/office/powerpoint/2010/main" val="578619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BD0B-CD47-117D-9AD1-8174AC857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1015806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Key Concepts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D5BAC-2A4B-5DCB-435E-61C2EF7A4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80932"/>
            <a:ext cx="12191999" cy="5477068"/>
          </a:xfrm>
          <a:solidFill>
            <a:srgbClr val="00B0F0"/>
          </a:solidFill>
        </p:spPr>
        <p:txBody>
          <a:bodyPr/>
          <a:lstStyle/>
          <a:p>
            <a:pPr algn="just"/>
            <a:r>
              <a:rPr lang="en-US" b="1" dirty="0"/>
              <a:t>Event Loop : It coordinates the tasks and processes ready callbacks or continuations.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Callback : A function executed after an operation completes or reaches a particular stage. 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Promise/Future : It represents a result that may become available later.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Async/Await : Syntax that makes the asynchronous </a:t>
            </a:r>
            <a:r>
              <a:rPr lang="en-US" b="1"/>
              <a:t>code easier to read.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30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284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SIC Task 20</vt:lpstr>
      <vt:lpstr>Introduction</vt:lpstr>
      <vt:lpstr>Asynchronous Programming</vt:lpstr>
      <vt:lpstr>Functioning of Asynchronous Programming </vt:lpstr>
      <vt:lpstr>Key Concepts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7</cp:revision>
  <dcterms:created xsi:type="dcterms:W3CDTF">2026-10-29T13:23:32Z</dcterms:created>
  <dcterms:modified xsi:type="dcterms:W3CDTF">2026-10-29T14:57:22Z</dcterms:modified>
</cp:coreProperties>
</file>