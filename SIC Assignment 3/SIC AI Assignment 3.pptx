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B2566-7E98-4C21-20FD-502B630E1B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81B000-DCBB-762E-463B-E4B7A2B4C7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17843-36FB-2DE8-B211-3E90B8526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A8EC-0CF3-4071-A295-45A0FEDCD3A6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21F72-3FCF-4258-5A29-36C509D37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2A6B80-8BED-2484-67D9-888DE8E07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28FF1-61CD-44E7-ACF3-8AAFA685B8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2099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9007B-7CFB-C8E2-4611-6DA73078F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5E6DA-D87C-0059-60A0-8E2A3B367C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A933C5-4D39-F3D2-2EFE-F27B4E1CD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A8EC-0CF3-4071-A295-45A0FEDCD3A6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13C5F-5CC3-2E50-F87C-DED56A422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2E4F9-BEEC-5B13-FD38-E9DED7FA3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28FF1-61CD-44E7-ACF3-8AAFA685B8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575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59408-9422-F8AF-C124-03D238A41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365C23-D945-363A-B5D0-F26566F48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EE9AF-E1A7-1656-A7CA-6ACEF5C73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A8EC-0CF3-4071-A295-45A0FEDCD3A6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8FBB58-668C-B1AD-E153-9831F8E81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5C760-CB46-B36E-B9D1-5C8A63052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28FF1-61CD-44E7-ACF3-8AAFA685B8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3064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38692-F223-0C16-303F-51681678D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4F48D-7306-D08D-DEE1-8394AE8BA5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BF8CC1-D0A1-0BE2-175C-5B9E78D589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E81A50-992C-D651-DD22-982BEDF02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A8EC-0CF3-4071-A295-45A0FEDCD3A6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006CF-70C4-CBB6-B11F-FCD309CE2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AE011F-9A48-CAA5-AF79-401FF9DAF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28FF1-61CD-44E7-ACF3-8AAFA685B8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6601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9A53E-5AE1-D0FC-72C2-BFA04F25A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2C79C9-E7FD-C3A3-F025-AE3FA01066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DF1FBE-8E47-8AF4-6D68-D6FAF2BAA1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64F610-2504-66D1-9BF7-0A34BD4128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3BAF17-4D31-3035-DADF-C664CE32E1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456B3C-3421-6D97-3B98-D8DC1B4AF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A8EC-0CF3-4071-A295-45A0FEDCD3A6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DC1BF1-3D78-797E-37A1-992892AF9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26AD74-5FA2-3887-F85F-FD59EA0C7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28FF1-61CD-44E7-ACF3-8AAFA685B8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9686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D9749-48C9-7391-C8EC-237426CF4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2FA0D8-08F5-913B-0CC4-D50A98CF9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A8EC-0CF3-4071-A295-45A0FEDCD3A6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2F6948-99E2-E6BE-7419-B3251DC40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72BF74-97A8-4B5D-C275-D46D3D4F4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28FF1-61CD-44E7-ACF3-8AAFA685B8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6730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870D9E-29D9-525A-9727-7689C1D31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A8EC-0CF3-4071-A295-45A0FEDCD3A6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55E6B3-151A-D6DE-D98E-A9A29B2A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C425C2-72E1-E231-601A-B1C38CBE4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28FF1-61CD-44E7-ACF3-8AAFA685B8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972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E0D7D-6AC9-EB7F-676E-23C7109F3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25222-23A5-E586-5D4E-D67894877C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E294DC-AA63-9FB4-CE54-CCBFDEF5BA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857DDC-A34D-FB77-58AB-E690CC0B0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A8EC-0CF3-4071-A295-45A0FEDCD3A6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11A168-6119-7158-F0DD-D462D54A7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C4E308-98C1-6E19-BB16-DBE20AAC0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28FF1-61CD-44E7-ACF3-8AAFA685B8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073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EB279-69E6-CA30-3217-9ADC8701F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CDAEE4-6021-5005-815C-81E96D8C18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6AA23-89FD-5497-06E1-7156B1F001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850CC2-9E23-2F99-8EC7-B16BE7727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A8EC-0CF3-4071-A295-45A0FEDCD3A6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14ED9C-9472-0DF9-A69E-68EAE7B7B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306FF7-DC13-D26E-5581-91CC1B748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28FF1-61CD-44E7-ACF3-8AAFA685B8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4122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1C4E3-F79B-717A-4797-FC7935EFE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A78634-089B-00BD-B340-40B334CDA0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41F65-486F-1C10-E4E0-7B6E23546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A8EC-0CF3-4071-A295-45A0FEDCD3A6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44CA8-AFD9-96F5-8336-BB8D91F76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9FF42-977B-6AF9-1E77-FC859DAAD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28FF1-61CD-44E7-ACF3-8AAFA685B8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2164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265150-EB8C-F858-9CEA-2CE2CD39AE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0A5168-9B23-EAD1-FEB8-4BD6A7004F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B9F0A-35E6-8843-5AC2-F708B685A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1A8EC-0CF3-4071-A295-45A0FEDCD3A6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0EBBAF-B111-3AF2-ED70-176CA619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34354-53E4-5C27-4DC7-BF0F1E3C6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28FF1-61CD-44E7-ACF3-8AAFA685B8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3215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B8D001-9A56-3013-842A-154F784EE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7F82BF-E560-27E8-6892-78CD7871A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E48822-2E5E-9CDA-25C1-5DBF696537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21A8EC-0CF3-4071-A295-45A0FEDCD3A6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96647-988E-79CF-FA6E-4F4142ECA0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1579E-587A-BFEB-1C47-42E78801BA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128FF1-61CD-44E7-ACF3-8AAFA685B8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529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EDF6-7AFE-A5F2-FD77-90890848E4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927" y="1122363"/>
            <a:ext cx="11868538" cy="2387600"/>
          </a:xfrm>
          <a:solidFill>
            <a:schemeClr val="accent4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4800" b="1" dirty="0">
                <a:latin typeface="+mn-lt"/>
              </a:rPr>
              <a:t>SIC Assignment Task 3</a:t>
            </a:r>
            <a:endParaRPr lang="en-IN" sz="4800" b="1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55B128-7D23-474B-D026-31DA843414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645" y="3602038"/>
            <a:ext cx="12117355" cy="1655762"/>
          </a:xfrm>
          <a:solidFill>
            <a:schemeClr val="accent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600" b="1" dirty="0"/>
              <a:t>How does CPU work ? </a:t>
            </a: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1918588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B7594-B05D-4D27-DA80-602F6D0AB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1999" cy="1325563"/>
          </a:xfrm>
          <a:solidFill>
            <a:srgbClr val="FFFF00"/>
          </a:solidFill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CPU 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18A4C-6C15-3C4A-24BF-65D206FBE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690688"/>
            <a:ext cx="12192000" cy="5167311"/>
          </a:xfrm>
          <a:solidFill>
            <a:srgbClr val="92D050"/>
          </a:solidFill>
        </p:spPr>
        <p:txBody>
          <a:bodyPr/>
          <a:lstStyle/>
          <a:p>
            <a:pPr algn="just"/>
            <a:r>
              <a:rPr lang="en-US" b="1" dirty="0"/>
              <a:t>CPU stands for  the Central Processing Unit. 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It is known as the Brain of the Computer.  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It executes the instructions and processes the data.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It performs  the calculations and logical operations.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It controls and coordinates the </a:t>
            </a:r>
            <a:r>
              <a:rPr lang="en-US" b="1" dirty="0" err="1"/>
              <a:t>ther</a:t>
            </a:r>
            <a:r>
              <a:rPr lang="en-US" b="1" dirty="0"/>
              <a:t> computer components. </a:t>
            </a:r>
          </a:p>
          <a:p>
            <a:pPr algn="just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030837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8FC9C-6FC9-1C19-D6B5-F8047465A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FFFF00"/>
          </a:solidFill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+mn-lt"/>
              </a:rPr>
              <a:t>How does CPU work ? </a:t>
            </a:r>
            <a:endParaRPr lang="en-IN" sz="40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778F2-5C66-8549-5B49-31D9D590F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690688"/>
            <a:ext cx="12191999" cy="5167312"/>
          </a:xfrm>
          <a:solidFill>
            <a:srgbClr val="FFC000"/>
          </a:solidFill>
        </p:spPr>
        <p:txBody>
          <a:bodyPr>
            <a:normAutofit/>
          </a:bodyPr>
          <a:lstStyle/>
          <a:p>
            <a:pPr algn="just"/>
            <a:r>
              <a:rPr lang="en-US" b="1" dirty="0"/>
              <a:t>The CPU works through the Fetch-Decode-Execute Cycle. </a:t>
            </a:r>
          </a:p>
          <a:p>
            <a:pPr algn="just"/>
            <a:endParaRPr lang="en-IN" b="1" dirty="0"/>
          </a:p>
          <a:p>
            <a:pPr algn="just"/>
            <a:r>
              <a:rPr lang="en-IN" b="1" dirty="0"/>
              <a:t>Fetch : It retrieves an instruction from the company. </a:t>
            </a:r>
          </a:p>
          <a:p>
            <a:pPr algn="just"/>
            <a:endParaRPr lang="en-IN" b="1" dirty="0"/>
          </a:p>
          <a:p>
            <a:pPr algn="just"/>
            <a:r>
              <a:rPr lang="en-IN" b="1" dirty="0"/>
              <a:t>Decode: It understands what the instruction means. </a:t>
            </a:r>
          </a:p>
          <a:p>
            <a:pPr algn="just"/>
            <a:endParaRPr lang="en-IN" b="1"/>
          </a:p>
          <a:p>
            <a:pPr algn="just"/>
            <a:r>
              <a:rPr lang="en-IN" b="1"/>
              <a:t>Execute</a:t>
            </a:r>
            <a:r>
              <a:rPr lang="en-IN" b="1" dirty="0"/>
              <a:t>: It performs the required operation. </a:t>
            </a:r>
          </a:p>
          <a:p>
            <a:pPr algn="just"/>
            <a:endParaRPr lang="en-IN" b="1" dirty="0"/>
          </a:p>
          <a:p>
            <a:pPr algn="just"/>
            <a:r>
              <a:rPr lang="en-IN" b="1" dirty="0"/>
              <a:t>Store: It saves the result in a register or  memory when  needed. 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98335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108</Words>
  <Application>Microsoft Office PowerPoint</Application>
  <PresentationFormat>Widescreen</PresentationFormat>
  <Paragraphs>22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SIC Assignment Task 3</vt:lpstr>
      <vt:lpstr>CPU </vt:lpstr>
      <vt:lpstr>How does CPU work 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Chaitanya Mangla</dc:creator>
  <cp:lastModifiedBy>Chaitanya Mangla</cp:lastModifiedBy>
  <cp:revision>3</cp:revision>
  <dcterms:created xsi:type="dcterms:W3CDTF">2026-10-16T06:00:50Z</dcterms:created>
  <dcterms:modified xsi:type="dcterms:W3CDTF">2026-10-16T06:35:14Z</dcterms:modified>
</cp:coreProperties>
</file>