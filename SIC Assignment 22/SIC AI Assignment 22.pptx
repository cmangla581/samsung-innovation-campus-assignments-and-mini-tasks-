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74695-0C31-1D2A-4AA6-3C3FA479D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CE076-8491-6854-CAAE-283256C0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0060B-A336-AAC4-0E23-C66D3A115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27F2-9BF6-40A8-9094-6429CA1D834D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B3300-E22F-F55D-CC2C-9543DCE0E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4A4E6-4DFD-71DD-7F00-71FB18A0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A3730-E0AE-46F1-88F8-B1DEAA86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012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E819-7CFD-9373-6A83-75A81876D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D09D3-68D5-1B94-5EC4-34C4DC55D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7F29B-0435-9D68-363B-AD24179F0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27F2-9BF6-40A8-9094-6429CA1D834D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B386A-4AFF-7E9D-F5B7-8D2E4C45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7FCFA-859A-23E1-B2F7-D0AF9196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A3730-E0AE-46F1-88F8-B1DEAA86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22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93B20-C94B-0CAB-B280-37C9785AD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4722C-096D-B146-D3D4-2DECA59C2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94A7D-8A97-C821-C7FC-1C3331E9F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27F2-9BF6-40A8-9094-6429CA1D834D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E8FD7-7402-60E8-9422-303E8A22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94254-C214-6BB4-F2B9-922BA651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A3730-E0AE-46F1-88F8-B1DEAA86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087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42A12-558B-E9D0-BA45-3F2BD758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E3172-DBFB-EBD3-BB42-5BE134609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92207-ECB6-E851-69B4-EC10A1148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EAA45-0E74-FF31-A74F-FD435241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27F2-9BF6-40A8-9094-6429CA1D834D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AB26F-64FA-FA80-4C16-40785D219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48DED-105E-6ADD-D0D9-CB8032FC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A3730-E0AE-46F1-88F8-B1DEAA86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88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F87CB-8ED4-B282-715C-4D3C0599A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00515-04EE-5CBF-8DC6-34DCA0330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B878A-4374-F282-8B69-FB33A9329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8C40-147B-26CC-42D5-36104B2FB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67293F-5217-8FC2-BB30-A15ED70F3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980522-7049-D095-E695-75E9FE7F1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27F2-9BF6-40A8-9094-6429CA1D834D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D79BC1-8043-128E-A6A9-15C7D2BEB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4B2435-6661-8F0D-0B48-21168406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A3730-E0AE-46F1-88F8-B1DEAA86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705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CCDC-755A-AB4C-DE56-805B500BF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BA19AD-E933-EC2A-E9B7-80AEE376C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27F2-9BF6-40A8-9094-6429CA1D834D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03AB7-C6D1-7AC7-7265-FAD9DF0C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788237-6313-FC52-3657-95EA57F6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A3730-E0AE-46F1-88F8-B1DEAA86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987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FAC0EB-A01A-7E6F-424E-F29AEE779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27F2-9BF6-40A8-9094-6429CA1D834D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B95A68-BE2B-075E-77BD-CF301AF9F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D8CB5-2057-3C98-64EB-B14AEF6A3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A3730-E0AE-46F1-88F8-B1DEAA86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358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6245-554C-CC39-E69E-EF69528CF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4BD59-C4A9-9C46-C741-7255232CA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5E080-3E6C-D983-519F-2D6F84F29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86D8A-7203-CA5F-05B5-D1EF9D43C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27F2-9BF6-40A8-9094-6429CA1D834D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E5DA4-8DF2-20BB-7ABA-A63308087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C55AE-395B-121B-F5B1-AA4522AE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A3730-E0AE-46F1-88F8-B1DEAA86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826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CDD5-6F2C-CDA1-762D-EC638CE67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2DB3AF-AA4D-F15C-1309-30B03BC83F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84C65-3586-3B03-834A-A977CE831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D4773-6EFE-2DD8-6299-31300149A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27F2-9BF6-40A8-9094-6429CA1D834D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9CF8E-36AF-FA06-118F-6DBBD1290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7F579-32F5-9020-04EC-4B95BD61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A3730-E0AE-46F1-88F8-B1DEAA86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565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19AB8-3EAD-2DD3-18D5-44F7DE09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9F605-7598-7ABC-621C-C9DEA3F09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51333-0A4A-301F-E4FF-F623AB499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27F2-9BF6-40A8-9094-6429CA1D834D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9429E-84AC-90E0-6758-A28BBD9C3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B6B44-F24A-7D85-64B1-73876786D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A3730-E0AE-46F1-88F8-B1DEAA86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108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B41A01-2746-2E4A-46FB-390836333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E0F287-2C37-0ADB-D1D0-C44320995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A2BEE-BA6D-8BC9-3547-516AFD300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27F2-9BF6-40A8-9094-6429CA1D834D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671DE-641D-FFE5-2114-1AF988D1B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6024E-E730-69A9-3CEA-A44D47F1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A3730-E0AE-46F1-88F8-B1DEAA86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334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6A20ED-E1D1-BA63-53BA-148DE7451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A0B61-86CE-D5D6-F7A3-8F9395719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66116-E9FE-1083-8CDA-DD188C2861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E27F2-9BF6-40A8-9094-6429CA1D834D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D8B0E-F65C-047D-6FF1-806AEF1B5D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6C894-0479-24CC-FD4B-73A50C224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A3730-E0AE-46F1-88F8-B1DEAA86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64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F652D-0A07-D805-DB3E-2E4A1CB76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54201"/>
            <a:ext cx="12192000" cy="1655762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>
                <a:latin typeface="+mn-lt"/>
              </a:rPr>
              <a:t>SIC Task 22</a:t>
            </a:r>
            <a:endParaRPr lang="en-IN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2B1DA9-EE22-1E41-8022-7090F306E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09963"/>
            <a:ext cx="12192000" cy="1747837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2800" b="1" dirty="0"/>
              <a:t>Data Structure and Data Organization : Their use in social media platforms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876107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580A9-2E4E-E6FF-71AB-77B42E784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Data Organization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A434A-9A22-1A2B-F411-2A655428B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rgbClr val="92D050"/>
          </a:solidFill>
        </p:spPr>
        <p:txBody>
          <a:bodyPr/>
          <a:lstStyle/>
          <a:p>
            <a:pPr algn="just"/>
            <a:r>
              <a:rPr lang="en-US" b="1" dirty="0"/>
              <a:t>Data Organization is the process of arranging, categorizing and storing data in a systematic way, so that it can be easily accessed, searched or understood.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focuses on how the data is arranged and categorized.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provides a systematic way to manage information.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Like, separating the social media data into the profiles, posts and messages. </a:t>
            </a:r>
          </a:p>
        </p:txBody>
      </p:sp>
    </p:spTree>
    <p:extLst>
      <p:ext uri="{BB962C8B-B14F-4D97-AF65-F5344CB8AC3E}">
        <p14:creationId xmlns:p14="http://schemas.microsoft.com/office/powerpoint/2010/main" val="1731304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CC9DC-F5BE-10C7-F743-BB4E77545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Data Structure 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9D3DB-B837-6D4D-31E7-61DE23DA4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A data structure is a specific way of storing and organizing data in a computer so that it can be accessed and processed efficiently.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Examples : Arrays, Linked Lists, stacks, queues, trees, graphs and hash tables. 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It focuses on how the data is stored and manipulated efficiently. 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It provides the methods for performing the operations on the data.  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For example : Using a graph to represent the followers and connections.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1016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9973E-9756-9794-2BF1-DD7DCA5A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Uses in the Social Media Appearances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BAC3D-BDD5-4E08-A9C6-BBBB6DBCD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Social Media applications such as Facebook, X, LinkedIn, Instagram handle enormous amounts of  data every second.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This data includes the user profiles, posts, comments, likes, messages,  images, videos, connections and notifications. 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Data organization determines how the information is categorized, stored and retrieved.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Data Structures determines how the data is arranged in memory for the efficient operations.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Databases store the persistent information and support the searching, updating and retrieving data.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02620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F6E0-D4E4-6174-4D75-47F88C6B6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Data Organization in Social Media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5A3D8-D7CD-37B8-C962-D1E1677D9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It stores the usernames, profile  pictures, email settings, education, skills, interests and follower counts.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It stores the text, images, videos, timestamps, hashtags, likes, comments and sharing information.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It includes the direct messages,  group chats, replies, reactions, and notifications.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It records the friendships, followers, following lists, professional connections and the groups. 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575009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05F79-A276-0D11-572A-69D58A1A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Data Structures and their usage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9E05B-B709-7B0B-DFBA-89CD80097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Graph : It represents the people as nodes and relationships as edges. </a:t>
            </a:r>
          </a:p>
          <a:p>
            <a:pPr marL="0" indent="0" algn="just">
              <a:buNone/>
            </a:pPr>
            <a:r>
              <a:rPr lang="en-US" b="1" dirty="0"/>
              <a:t> </a:t>
            </a:r>
          </a:p>
          <a:p>
            <a:pPr algn="just"/>
            <a:r>
              <a:rPr lang="en-IN" b="1" dirty="0"/>
              <a:t>Linked List : Connects the data elements through the  references to other elements.  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Queue : It follows the first in first out by processing the background jobs,  notifications, uploads and events in the order required by the application.  </a:t>
            </a:r>
          </a:p>
          <a:p>
            <a:endParaRPr lang="en-IN" b="1"/>
          </a:p>
          <a:p>
            <a:r>
              <a:rPr lang="en-IN" b="1"/>
              <a:t>Hash </a:t>
            </a:r>
            <a:r>
              <a:rPr lang="en-IN" b="1" dirty="0"/>
              <a:t>Table : </a:t>
            </a:r>
            <a:r>
              <a:rPr lang="en-US" b="1" dirty="0"/>
              <a:t>Stores key-value pairs and supports fast average-case lookups. Retrieving a user's profile by ID, checking whether a user follows another user, or accessing cached information.</a:t>
            </a:r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26838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425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SIC Task 22</vt:lpstr>
      <vt:lpstr>Data Organization</vt:lpstr>
      <vt:lpstr>Data Structure </vt:lpstr>
      <vt:lpstr>Uses in the Social Media Appearances</vt:lpstr>
      <vt:lpstr>Data Organization in Social Media</vt:lpstr>
      <vt:lpstr>Data Structures and their usage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9</cp:revision>
  <dcterms:created xsi:type="dcterms:W3CDTF">2026-10-29T17:31:48Z</dcterms:created>
  <dcterms:modified xsi:type="dcterms:W3CDTF">2026-10-29T20:36:26Z</dcterms:modified>
</cp:coreProperties>
</file>