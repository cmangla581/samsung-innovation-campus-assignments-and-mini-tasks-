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66E1-73CC-0C2D-180B-50350E522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7D095-656A-07FC-1390-6330738F4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ECDF1-8992-80F0-AE85-0768376A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9AE57-5FD9-F9AA-D141-485013EE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FF12A-8604-D8C0-A7A3-45DAF3AC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8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3D47-9B51-6A36-E2A4-EF9DF542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65E9-0DD7-63E7-ED28-A8431A4B9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D631E-1ABE-925A-5C49-85A172D0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1337D-A8CA-4139-5847-F263DF1B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1EA03-60B0-D863-BF87-ADDA1BF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49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1F0A-3EB6-C731-5CB8-1BC8F3EC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9DC6D-EB45-5D98-BE3C-6ADCEC020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8F6C-F55A-1113-E9B1-4EA6A395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727B8-D5FA-5209-08B5-1E5CB53FD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D5C54-C79B-C1E8-9507-53221192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6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B5868-8EB6-2B27-6A32-05422A9F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9DA2-8BC6-D126-AE39-57C726CCD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B3DBA-CACE-1CFC-331D-9185F0CC6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3BEC4-077D-D31C-E632-CF7BA50C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53BD7-CCD8-8B36-3E01-C9C633D3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941FB-47C5-E140-69DB-02A5F3CD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74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D0D7-A30F-68C5-3328-C94A579F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E0CB8-76C0-091C-5ED5-D97CB9666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B5B1F-E624-8709-4F05-E0018F6ED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9DFB6-CA14-D2D2-6942-AE3024C8D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4DD00-5A3A-E5ED-289C-3ED1E40EC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B567B-AF83-A6C6-CFE2-8304EB2D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D63C6-D2D0-D7EA-03C5-43C369CD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E2E4C-A551-0C98-4C6F-54E963AA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738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F5BF-52D9-BB89-57E5-156EEA53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639F7-994B-8834-DE86-79767616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AA94D-B65B-2642-7367-9A56A57FA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CE59A-ED18-6C82-092A-24490D3F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1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975C6-7F06-5D24-E333-AA922854C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2970E-B55C-7F5F-54DF-8D0BD5B7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FB747-5490-5CB0-D1F8-2EA425D3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1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55DF-AC92-E97C-A5F7-62D2945B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1CAE-7584-F73B-00D2-585770BBD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BB00B-B273-0508-BF2B-B1E451AE5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FA3DA-D288-67B0-5263-0DF8DD3B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8B659-92B6-E495-6FC1-203FFBBD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A6E46-64AD-CDCF-9A87-3B5397AF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18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5797B-4075-14C5-1104-30AB8B60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397E9-954E-C78B-92A3-8C1DBC8DE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4DFD1-5D64-E181-0C7C-8AFB23B1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DA7A4-7FD5-E92E-A86F-6A3D4DE4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1BEB5-9E46-63C7-0056-6A772BB7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7B31-DFFE-37C2-3D2C-CFCDE3F5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36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AD9B-C6B9-60FE-E151-6B9A5581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509D1-6A73-E1BE-3B90-B5502BD82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BDBCF-F102-E673-916C-ABD2E320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F261D-EAFD-9DDC-898B-12384E2A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67A4D-F3EE-A697-0630-E0D6EF9E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54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3F23EF-997F-5CD1-AC0C-18D134A9D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2C268-D578-9A4D-D410-75D16DE43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00C91-CB12-C5CB-2BCE-3F5C0F4A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BCBC-947C-08B0-98A0-3449BDE3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7A6CA-C025-E3AE-BE2F-6B93CF41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5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0FD40-2924-F4E1-2A62-E8771728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04792-E8A5-591E-9198-9C50EFB81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8B01F-5D65-9B8A-77BE-EBB70448F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4D3E4-1EA7-488E-9A39-1123DD0CEF7A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F2534-121B-B47F-CC7B-FD2E753AC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6217-0EB9-6C19-48D4-79B34971C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DEA6F-34BE-4B0F-9512-35F96BBFB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65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FCA8-1AE5-E309-EBA7-5F7A36AD9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0199"/>
            <a:ext cx="12192000" cy="1909763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SIC Task 16</a:t>
            </a:r>
            <a:endParaRPr lang="en-IN" sz="5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23F87-A576-28F3-BF47-06ED6A6D0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2"/>
            <a:ext cx="12192000" cy="1747838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400" b="1" dirty="0"/>
              <a:t>Python : Multi Paradigm Language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179103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34AE-44FC-FC06-D998-C35115EED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C961-351C-EE8E-0E4E-96464B0D1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Python is  a high  level interpreted programming language.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 multiple programming paradigms.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 programming  paradigm is a style or approach used to write or organize programs.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Python allows the programmers to choose the different approaches based on the problem.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082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351C-42DF-948B-E0D2-C14DD9D4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Multiparadigm Language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13D86-E5B9-54B3-E7C6-73B071119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A Multiparadigm language supports more than one programming language.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provides flexibility inn designing and developing the software.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Programmers can combine different paradigms in a single program.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Python supports procedural, object oriented and functional programming.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792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85A9-5123-CD2D-8303-484B7905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OOPs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2A758-D4F1-1C97-953A-64E40D68F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It organizes the programs using the classes and objects.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encapsulation, inheritance and polymorphism.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in the code reuse and modular development.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suitable for large applications and software systems. 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99126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BDA2-213A-56D0-3D0F-7D5ECC87F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Why Python supports multiple paradigms ? 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0EA53-F65D-0EAB-FA0F-BD35F59E3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Flexibility : Choose a suitable approach for each problem.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Code reusability : Reuse functions, classes and modules.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Readability : Write clear and understandable programs.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Productivity : Solve problems using the different techniques.  </a:t>
            </a:r>
          </a:p>
          <a:p>
            <a:pPr algn="just"/>
            <a:endParaRPr lang="en-US" b="1"/>
          </a:p>
          <a:p>
            <a:pPr algn="just"/>
            <a:r>
              <a:rPr lang="en-US" b="1"/>
              <a:t>Scalability </a:t>
            </a:r>
            <a:r>
              <a:rPr lang="en-US" b="1" dirty="0"/>
              <a:t>: Develop both small scripts and large applications.  </a:t>
            </a:r>
          </a:p>
        </p:txBody>
      </p:sp>
    </p:spTree>
    <p:extLst>
      <p:ext uri="{BB962C8B-B14F-4D97-AF65-F5344CB8AC3E}">
        <p14:creationId xmlns:p14="http://schemas.microsoft.com/office/powerpoint/2010/main" val="2125517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189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16</vt:lpstr>
      <vt:lpstr>Introduction</vt:lpstr>
      <vt:lpstr>Multiparadigm Language </vt:lpstr>
      <vt:lpstr>OOPs</vt:lpstr>
      <vt:lpstr>Why Python supports multiple paradigms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6</cp:revision>
  <dcterms:created xsi:type="dcterms:W3CDTF">2026-10-28T11:21:57Z</dcterms:created>
  <dcterms:modified xsi:type="dcterms:W3CDTF">2026-10-28T12:22:06Z</dcterms:modified>
</cp:coreProperties>
</file>