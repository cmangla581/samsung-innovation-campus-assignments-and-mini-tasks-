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8E87-D08B-5180-2CE6-0048447F8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017CC-AEAA-4423-FF31-C8155914B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791BA-20F4-8065-D14F-A3D83552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3A463-0777-9035-7352-0EFFBC77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73F08-0D74-D696-8ECF-27DDC22A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35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F8E8-0ADD-F2F9-EBCD-9487675E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E91E3-7CC1-F707-7A41-4667AE230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70598-F44F-01AC-FC72-4F6ADD0E9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D65BC-4B8D-3F39-6EB8-BBEDEE74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6D832-9387-B288-21AD-DAFC45AE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671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21A3-00FC-0899-91E3-74EE3DE3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6AB79-D2C6-C628-8B39-1DDA78BAC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CE49F-FA6B-1998-7558-68EB9165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9BE3-CDA0-3B31-95AF-210E94CF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935F6-E4A6-FC29-DBBB-FE0179C2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1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CADB-2B7F-B244-23ED-3142B1DC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4F248-D1E3-F5B8-D9B5-8864F73C1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F0879-48CD-72A4-76AB-ABB481BC2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420D6-9BE6-9792-D995-453E92C8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22C44-CA0E-A35F-F537-8BEC5E36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06A51-0990-F4E3-74F5-93C9BFAA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22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D9BD-6477-D215-D5EF-75D4FF36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8E367-7BD4-C275-0391-513016508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9457D-32DA-CCA2-1EBA-E7077052C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86CDB-F75F-9518-ABBE-810C5EC9C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8B57-694D-6E13-2908-511F2FD91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66F32-BD49-3F66-BCFF-F2BB2964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48412-FC59-31A2-D4E6-13CB79230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F497F-0223-8F2B-385E-D3DFD06C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03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9367-289E-2C2C-72A3-8454F328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8473E-7504-33F0-15C6-AE2BE8CA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81450-C2E4-3CC5-8009-C8CFA0B0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B3423-1AFB-6C85-91FB-8ADD93F7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95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60DCE-D20F-6726-459A-9484FAA8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C258C-16EA-2C0E-A811-D142CE02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475A9-BB24-DE01-2B09-83A8369B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25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ECFD-2DE1-08B2-5ABC-638889E1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E586C-633F-9A18-0AEB-D741D48EC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CD8C4-19E1-458C-60B4-8DABA7949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CD564-8A9D-CF67-F2B3-C4E4EC3B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FE459-0B8D-792B-EB0D-920F79CC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88604-4971-A5E0-77C0-3D40B0E0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27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4AAF-E67B-6E53-9437-5A258FE4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D446A-5BA3-1319-100E-077BF6B2F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DDED0-9392-2B3D-DE86-9BC76504B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4A768-CB05-3B05-D474-1C15F32A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F8869-187E-1B25-4DED-A38663C7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B9878-2564-45B9-185B-CA56AA6C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13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F25B-B52B-02EB-49B0-2E263CB1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1C172-C6C8-FB0D-0CA1-6F29D9E98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2ADFE-3E20-E5F0-4C29-553A9B6C0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9876D-4ACE-3942-0185-50F5CA58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39170-AE11-CF04-593A-93D83059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05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55BFF-4CAD-BE0D-D0C8-82B88C5F2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7AC85-3CEC-8A51-8019-A5137E706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ADD8-AA8B-5B28-F8DE-2CE7109F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2F9A8-7052-A5BB-D14E-5ACAAEADF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9D602-54A2-1977-8731-35CFA567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23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3B695-E709-58FB-77A8-F84ADB1E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93E1C-AB1D-9F95-A9E5-19D8093C7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37151-6A38-A97D-90CD-F7710CF9A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03A25-6506-434A-AEDF-F411A4F4878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739F-9F91-152D-34D0-A9A8DC436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B9A12-9C36-AB08-5DE7-3628F6715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98C24-9165-4EE7-B2D7-F4C9ECE1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39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05E3-8E46-F4AB-F5F8-1DF0DFE8F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Program Task 2 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9FEDE-83A4-6A4C-D7BF-E2F709F62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49" y="3602038"/>
            <a:ext cx="10739535" cy="1655762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200" b="1" dirty="0"/>
              <a:t>Explanation on the Artificial Intelligence and </a:t>
            </a:r>
          </a:p>
          <a:p>
            <a:r>
              <a:rPr lang="en-US" sz="3200" b="1" dirty="0"/>
              <a:t>Human Behavior ? 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082854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2FB2-5324-374E-8D4C-F26473668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AI and Human Behavior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7602-A1CC-751F-4609-F22E3EA72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C000"/>
          </a:solidFill>
        </p:spPr>
        <p:txBody>
          <a:bodyPr/>
          <a:lstStyle/>
          <a:p>
            <a:pPr algn="just"/>
            <a:r>
              <a:rPr lang="en-US" b="1" dirty="0"/>
              <a:t>AI enables the machines to perform the tasks that normally  require the human intelligence.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Human behavior includes our thoughts, emotions, decisions,  habits and actions.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AI analyzes the human behavior using the data, pattern and algorithms.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AI is used increasingly in education,  healthcare, business and social media.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3203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1DBE-E640-5497-A550-545F6EF4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How AI understands Human Behavior ?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5AEA4-BC62-DA89-7D21-363B765EB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It collects the information from interactions, searches and user activity.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Pattern Recognition : It identifies the  repeated behaviors and preferences.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Prediction : Estimates what a person might do next.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Personalization : It recommends the content based on the individual interests. </a:t>
            </a:r>
          </a:p>
          <a:p>
            <a:pPr algn="just"/>
            <a:endParaRPr lang="en-US" b="1"/>
          </a:p>
          <a:p>
            <a:pPr algn="just"/>
            <a:r>
              <a:rPr lang="en-US" b="1"/>
              <a:t>Sentiment </a:t>
            </a:r>
            <a:r>
              <a:rPr lang="en-US" b="1" dirty="0"/>
              <a:t>Analysis : It estimates the options or opinions from the texts or speeches.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294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139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SIC Program Task 2 </vt:lpstr>
      <vt:lpstr>AI and Human Behavior </vt:lpstr>
      <vt:lpstr>How AI understands Human Behavior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2</cp:revision>
  <dcterms:created xsi:type="dcterms:W3CDTF">2026-10-16T05:07:00Z</dcterms:created>
  <dcterms:modified xsi:type="dcterms:W3CDTF">2026-10-16T05:29:37Z</dcterms:modified>
</cp:coreProperties>
</file>