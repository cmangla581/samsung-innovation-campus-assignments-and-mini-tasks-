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D04D-CE57-7B37-2FCE-F592357D4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984E4-FB04-95D5-E786-E9864A938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5BA9F-0CD6-EDC2-C513-6E12C8BD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3441A-8E64-C6BA-D6CA-4E3A62D6F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4499-F365-1B2A-2AA4-7EA279E8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00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DE36-5AEA-2485-85FA-74C4D702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25DD2-9BC1-1B42-888C-CD8EC86C2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C8A12-FCAB-BC3E-976A-3964A29E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ACC0E-59F2-39A1-81F6-BEC91CC6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9DFD1-0FE9-BB2D-7379-6DFD16996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05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AD93-5EA2-F148-1117-0715FBFF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55C1A-521B-1C0D-6AEE-4DA91BDCE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04FD5-CE27-CB1C-987E-0C0AF5AB7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CC528-AE98-2711-4225-CC394F72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73F0C-AE1D-5C3F-C46F-2B240FA8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203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C605-2990-3AE2-569D-FDDA59569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8831B-83CF-117A-D79C-9658D6F54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CF59D-2CD8-2956-74DE-436F72F45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F1309-F3DA-E63E-7578-3045C654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9487F-1817-6190-DE42-84BD9794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A4DFF-65FD-24BE-B1BF-4AE30C9C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73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243B-7D6D-FCE2-0019-C54B7711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E1B5A-9B3B-2755-3938-CBFBCB6B4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81DDD-B3B0-6EF1-206D-0F8571A6F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6428D-680F-7082-DE4D-CF2F69D59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AB906-CE98-EBF4-B51A-F5F1C07F4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091D6-F91B-B261-B889-9CEAE013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02B9F1-75E3-63E5-B9EB-F648B569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E467C-007B-D586-F61A-F1909D51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64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2E8D-CEF3-C760-7EEE-8B7576D1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AC970-E6BA-AAB3-566F-96DDAAF44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C8CEE-80FD-C39F-55F8-8B788045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39B72-AC38-D521-5D43-DCE89748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6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D3BC2-250B-3481-26F0-90664DF3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E3BA6D-429A-E51E-A08C-4632AB78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26386-549F-7646-474D-D34CABD4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153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B995-2E67-22CA-3695-A42310C9F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3F4EE-1B8A-0D9C-A255-F10811B69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66F2E-164D-4F15-D437-1EF8F7A9C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86562-9D98-9D7D-3CC9-5D2AC483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E6012-72E5-987B-F091-E2DB54AC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581DD-6FEC-7149-067D-5F3E35ADF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52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0997-629E-6755-9F39-09A3BEC8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C3FE3-2FF6-2962-9517-F107FF8F7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2AC07-4059-C759-F1C0-D058AFD40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1CB46-E267-0706-71F9-5BCD89B18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FF520-67FD-5899-90D2-3E0BB710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C8A9F-406C-3B17-18EE-25D9CEFA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37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F48A4-9FBD-CDC7-8B90-F6BFBFB2A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2DE30-9406-CB84-209D-E91CF1716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1CF2E-38FF-55DC-1CB8-4429C505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670DF-0597-49AF-A630-FA8D22B0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D1DC5-FDA6-509A-064B-0E6C85B5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76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7D111-AD50-F194-4E98-824C52BA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3A0B5-4FC3-B2E0-F4FD-043D89B77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5201A-923C-3FCB-AAFC-FED27BE62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95C0-1A65-46B3-4582-C0CBEE2D2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B4F77-B044-2375-8F75-8D064F11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34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D056B-D323-9995-4745-D96AFB54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44486-517A-70E7-638E-59F754741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B25C1-78A1-0335-986E-05FF79350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F4D0D-C81D-46A0-8BEB-3B0303D8F64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73870-1E6B-6A19-EB10-9F22DD763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AEB0-FC3C-3DA4-477B-AA850EF03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547C-61B9-43B4-9A7F-83E591308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883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006C-8F9E-4387-F089-9490A6FCA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54201"/>
            <a:ext cx="12192000" cy="1655762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SIC Task 13</a:t>
            </a:r>
            <a:endParaRPr lang="en-IN" sz="4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7D36F-3103-25D8-47DE-1AFF2971F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2000" cy="1747837"/>
          </a:xfrm>
          <a:solidFill>
            <a:srgbClr val="92D050"/>
          </a:solidFill>
        </p:spPr>
        <p:txBody>
          <a:bodyPr>
            <a:normAutofit/>
          </a:bodyPr>
          <a:lstStyle/>
          <a:p>
            <a:r>
              <a:rPr lang="en-US" sz="4000" b="1" dirty="0"/>
              <a:t>Probability and Statistics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47062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94B5-5255-40DA-98CB-1DA4DA67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+mn-lt"/>
              </a:rPr>
              <a:t>Probability and Statistics</a:t>
            </a:r>
            <a:endParaRPr lang="en-IN" sz="48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78701-0B4B-991C-C863-AF857CD1A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Probability and Statistics are the important mathematical foundations of AI and ML.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They help the machines learn from data and make predictions.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Probability deals with uncertainty and the likelihood  of events.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Statistics focuses on collecting, analyzing and interpreting the data.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Together, they can help build accurate and reliable AI models. </a:t>
            </a:r>
          </a:p>
        </p:txBody>
      </p:sp>
    </p:spTree>
    <p:extLst>
      <p:ext uri="{BB962C8B-B14F-4D97-AF65-F5344CB8AC3E}">
        <p14:creationId xmlns:p14="http://schemas.microsoft.com/office/powerpoint/2010/main" val="1731214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F2AC4-7E95-7F34-EEA3-21B212211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Probability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773DB-1EFA-8863-5DEC-EC83F87F9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FFFF00"/>
          </a:solidFill>
        </p:spPr>
        <p:txBody>
          <a:bodyPr/>
          <a:lstStyle/>
          <a:p>
            <a:pPr algn="just"/>
            <a:r>
              <a:rPr lang="en-US" b="1" dirty="0"/>
              <a:t>Probability measures how likely  an event is to occur.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Its values ranges from 0 to 1.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0 means an impossible event.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1 means a certain event.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will help the AI systems handle the uncertain information.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98635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A3AB-98E8-B6EF-4F1E-8AF192A9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Statistics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2EA86-A3AA-38AB-85B3-55BC77252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rgbClr val="92D050"/>
          </a:solidFill>
        </p:spPr>
        <p:txBody>
          <a:bodyPr/>
          <a:lstStyle/>
          <a:p>
            <a:pPr algn="just"/>
            <a:r>
              <a:rPr lang="en-US" b="1" dirty="0"/>
              <a:t>Statistics is the science of analyzing and interpreting data.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identify the patterns, trends and relationships.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summarizes the large datasets using the numerical measures.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supports the data driven decision making.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evaluate the performance of ML models.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31252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158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SIC Task 13</vt:lpstr>
      <vt:lpstr>Probability and Statistics</vt:lpstr>
      <vt:lpstr>Probability</vt:lpstr>
      <vt:lpstr>Statistics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4</cp:revision>
  <dcterms:created xsi:type="dcterms:W3CDTF">2026-10-24T13:41:09Z</dcterms:created>
  <dcterms:modified xsi:type="dcterms:W3CDTF">2026-10-24T14:23:12Z</dcterms:modified>
</cp:coreProperties>
</file>