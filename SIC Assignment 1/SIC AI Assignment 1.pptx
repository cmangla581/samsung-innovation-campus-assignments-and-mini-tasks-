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FA2EC-654D-4C32-A9A1-B0D050123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5E8872-A8A6-2F80-9BC8-02394DC036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DF9AF-55DB-3CCA-955F-26AD94CC8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59ADE-547D-4B52-B834-67D3741FA95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63D22-4A1E-22D3-9A8D-60903822E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883F8-5D4F-0403-831A-CB76AD625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A676E-9188-45CC-9BCF-E441D8D27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290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80914-F9EE-1155-1AAA-4C7EBF425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543E3-99BC-9F51-9076-3C60F8A61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62A19-BC22-0BC4-0C75-62DF0D4FF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59ADE-547D-4B52-B834-67D3741FA95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F7052-F4F7-5B86-92CC-0489AAF0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3A74C-94F4-F667-E285-7926171D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A676E-9188-45CC-9BCF-E441D8D27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542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56CE9-BB0B-C284-8253-967309CC2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493F3-247E-74B3-60FB-2C998D918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EC729-83A9-E3D8-0DB6-AE159D12A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59ADE-547D-4B52-B834-67D3741FA95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2B59D-D396-0AFB-9BD4-9DE2CB2CC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403C1-3F4C-4135-FDA0-E74793047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A676E-9188-45CC-9BCF-E441D8D27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299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8D319-67CF-218D-3873-BA502DEEF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76BE-AF13-0B53-C4AB-5AC8FE5CBC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60432-8015-D78A-E1F3-03BE2383D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FDE6B-B22F-1A5E-7016-3660E33D4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59ADE-547D-4B52-B834-67D3741FA95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904DF-9DF3-9CF2-11C3-AECC493CF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41C2C-45BC-24D3-4928-43D1987E4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A676E-9188-45CC-9BCF-E441D8D27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56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F47C4-34A8-FB14-CA39-E42A6C17F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CACDC-B25B-9F7F-4FF7-FEFAB2BD1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CE0691-F40C-DA7F-2B7D-3E8ABA7A9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233F1F-9B72-069F-1C92-0DC2A693B6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19BB2F-711E-2E1D-5285-D10E1A4DBE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E66112-0B14-2222-0456-2D2FB4A95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59ADE-547D-4B52-B834-67D3741FA95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55C9B1-EAD6-37B4-7E34-E658B394C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83D4C0-3477-A724-A7DC-2EB459B5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A676E-9188-45CC-9BCF-E441D8D27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373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576F3-47B4-506D-ABB5-A0D4C495A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FF9DFD-1043-FBDE-01F5-C301A8F21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59ADE-547D-4B52-B834-67D3741FA95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00FD33-D8B4-16A4-5827-A1A24C8D4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F3E6B5-9ED1-35C1-82B3-2B72FE920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A676E-9188-45CC-9BCF-E441D8D27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D6C5D-290A-6400-F269-CF4E7FDE3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59ADE-547D-4B52-B834-67D3741FA95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7D8785-C387-7DFB-0092-76C3D2CAB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2EC13-7E40-383E-E3FE-25BA89D20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A676E-9188-45CC-9BCF-E441D8D27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46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9EA4F-CF28-4CF3-90BC-15F641355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A807F-BB25-B326-49AB-7D1EFB7D3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11100-660C-A619-28B3-76E667551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64CD8-1020-15B5-43F5-EC540AB96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59ADE-547D-4B52-B834-67D3741FA95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17066-464A-FE41-DACF-9B6E8B1AB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DA55E-D5B3-E6A4-24C4-263E3F17F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A676E-9188-45CC-9BCF-E441D8D27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43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5E062-5E60-930E-04B8-14DEEC902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4391D2-2455-F927-0494-61C6339D9E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63593-A88C-81FB-BE0A-D92EFDDCD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6E0DD-E50D-1E98-B90B-987B22BC5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59ADE-547D-4B52-B834-67D3741FA95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82B73-C58E-A92D-3AA6-CAEDFE317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B7581-27AC-08CB-89AF-423D0890E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A676E-9188-45CC-9BCF-E441D8D27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764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00B50-10B5-AB1A-E5FA-3189FE870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5C12BF-B095-7987-8DD2-FC9AF5F0B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99191-AB3D-089A-1668-1F1BD797C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59ADE-547D-4B52-B834-67D3741FA95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C5F44-4C91-7848-0F84-6933F29BA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CCA8F-C383-BA5F-B2F6-0D2D22340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A676E-9188-45CC-9BCF-E441D8D27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13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64B618-48F3-6BBE-FBDF-7988DCC734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C0CE5-2602-1AA2-421C-CD7A0F4C0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27FA9-6898-A00C-BBCA-B7B9268CD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59ADE-547D-4B52-B834-67D3741FA95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4662F-5EBB-91D0-0828-8A500CD8C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48ADB-0E9B-7BCF-E5E8-FD6FB2B29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A676E-9188-45CC-9BCF-E441D8D27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155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2BD56-0254-195B-F963-E26DE353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A5168-BEE8-5B42-2FE9-D4477382B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CD026-85F2-ABD6-B93F-50030FC559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59ADE-547D-4B52-B834-67D3741FA95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58BA2-1F57-9AA5-1A6F-43A45FAA2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7DA0D-774F-FD5B-274D-E7006E773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BA676E-9188-45CC-9BCF-E441D8D278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47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0D228-6486-7D10-DFA9-6BBB5EF56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76" y="1122363"/>
            <a:ext cx="12108024" cy="2387600"/>
          </a:xfrm>
          <a:solidFill>
            <a:srgbClr val="FFFF00"/>
          </a:solidFill>
        </p:spPr>
        <p:txBody>
          <a:bodyPr/>
          <a:lstStyle/>
          <a:p>
            <a:r>
              <a:rPr lang="en-US" b="1" dirty="0">
                <a:latin typeface="+mn-lt"/>
              </a:rPr>
              <a:t>SIC Program Task 1</a:t>
            </a:r>
            <a:endParaRPr lang="en-IN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F84ED-2ED3-9A77-728B-9856A4ED3A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416" y="3751327"/>
            <a:ext cx="10322767" cy="1707081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en-US" sz="3200" b="1" dirty="0"/>
              <a:t>When did the first philosophy of artificial intelligence </a:t>
            </a:r>
          </a:p>
          <a:p>
            <a:r>
              <a:rPr lang="en-US" sz="3200" b="1" dirty="0"/>
              <a:t>begin ? 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271006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769A1-BE5B-26FE-D639-FEA2748B4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65125"/>
            <a:ext cx="12191999" cy="1325563"/>
          </a:xfrm>
          <a:solidFill>
            <a:srgbClr val="FFFF00"/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Artificial Intelligence</a:t>
            </a:r>
            <a:endParaRPr lang="en-IN" sz="4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955B9-F06A-21E4-90A8-DA66CFF5F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5167312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just"/>
            <a:r>
              <a:rPr lang="en-US" b="1" dirty="0"/>
              <a:t>Artificial Intelligence  has roots in the ancient Greek Philosophy but AI is a scientific field formally established in the 1956 at the Dartmouth Research Project on AI. </a:t>
            </a:r>
          </a:p>
          <a:p>
            <a:pPr algn="just"/>
            <a:r>
              <a:rPr lang="en-US" b="1" dirty="0"/>
              <a:t>The philosophy basically explains that whether the machines can think, reason, learn and make decisions or not. </a:t>
            </a:r>
          </a:p>
          <a:p>
            <a:pPr algn="just"/>
            <a:r>
              <a:rPr lang="en-US" b="1" dirty="0"/>
              <a:t>Ala Turing in 1950 published the “Computing machinery and Intelligence raising the  famous question “can machines think” ? </a:t>
            </a:r>
          </a:p>
          <a:p>
            <a:pPr algn="just"/>
            <a:r>
              <a:rPr lang="en-US" b="1" dirty="0"/>
              <a:t>John </a:t>
            </a:r>
            <a:r>
              <a:rPr lang="en-US" b="1" dirty="0" err="1"/>
              <a:t>McAurthy</a:t>
            </a:r>
            <a:r>
              <a:rPr lang="en-US" b="1" dirty="0"/>
              <a:t> and other researchers organized the Dartmouth Summer Research Project on AI regarded as the formal beginning of AI as a scientific field.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7412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110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SIC Program Task 1</vt:lpstr>
      <vt:lpstr>Artificial Intelligence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Mangla</dc:creator>
  <cp:lastModifiedBy>Chaitanya Mangla</cp:lastModifiedBy>
  <cp:revision>2</cp:revision>
  <dcterms:created xsi:type="dcterms:W3CDTF">2026-10-14T19:19:57Z</dcterms:created>
  <dcterms:modified xsi:type="dcterms:W3CDTF">2026-10-14T19:56:35Z</dcterms:modified>
</cp:coreProperties>
</file>