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9CC3-61FC-ADC6-0FF7-46BD62B45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00177-61B1-A829-BF5D-FB9FF4B47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ADBC-1329-B415-F094-029F6F75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2816B-AE98-736A-B6C0-49521177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7185-E466-2392-3532-D0BB0396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03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0C5C-7CD8-910D-47E6-AF38A06E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F21BA-458A-819F-ED30-A030D4E12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74E66-1E28-73D6-E529-D16CCFA2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BD36-F6DE-A13C-501B-1C3F3A86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BFD45-A43E-CC25-CCCB-37F154FF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2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652D-4722-48B7-398D-FE5D6A75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E6E9C-32EF-6F72-0EB4-86C52A268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A8D2D-0996-3FF7-3690-E853646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3CDD-2617-BDE3-EE57-136466F0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093C8-8AB5-C7B9-E85C-15B67FEA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88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9FE9-D9A3-785F-74EA-E6564D91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DE66-ECA3-7934-B91F-15EB7962D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E7F96-89FF-896A-AA47-90A706DAA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E6661-6B0E-6F94-B12F-8AE28EA3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FA337-4CE3-1BDB-FB3D-B3D8E7EC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DF439-AE5D-F570-6533-FD332281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4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2D2-F9D2-C3AC-C24F-05A5C3EE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666AE-D54B-22A9-C256-54E376361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31014-F051-D0A3-D15E-210FDF610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28039-F0E5-5099-B110-A01ACABB6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89309-01B4-4EFE-091C-0C68E5758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9BFFF-E333-4E98-BA02-FD65B517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38CA9-3087-A021-039A-EEC80414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8C9FF-7CFE-85FA-F1A7-E221482A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7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F5D9-FEB5-DA25-16AB-1E36914E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A09E6-7E67-1D2D-C6E8-F5A3B479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C8922-85ED-F6A1-96D1-79EDD3ED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3474E-46BB-E69E-4B35-0B10076D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1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31D29-FEEB-29AF-C75A-D512246F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FEECE-C2A7-64E6-4A0A-651AE0F9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2EBA-3D84-89C5-DF72-1060BB42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8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91FE-91B4-5134-63A4-E6BE104E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879AA-EE04-A001-FE71-702CE25C5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A495D-6EA5-CE53-B05A-7BBE36F52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27429-6B0C-EA66-354B-F1ADBA7F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3743C-0D3A-CC3D-9BE3-4210BC17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B5A1E-9AF2-EA4B-CC69-B761629C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20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F2A7-6F32-9D9C-412A-D8799BA4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B9B98-6CE2-D519-98D7-B8264A892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E73BD-E532-4A9A-6C68-E693FFCD0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5336C-401A-78AA-A074-DD4714B5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635F6-751B-3B9B-1F9A-CCE836D0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48ACF-6156-0F3C-5018-AD14DA2C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84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46AD-679F-653A-DE5C-E832BD2D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23946-50EB-902E-71B7-8F4AEA09B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169BC-B607-EEE8-4A7E-AE1ECB5B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45022-DABB-8DD0-07AB-0DC6C490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2D537-0BC4-B2A5-FFB4-EE8195D2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3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E0E86-DE23-9D4A-016D-4FAC12EB3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DBD47-9FAF-9CA2-1B7A-78ECB90AA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90206-2613-2ADB-5AC3-231A39B1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3479C-D543-3B34-2715-69605920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33DE-290A-F383-6745-88C013CA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0192C-386F-3979-592C-EA094768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4FDAD-D43D-93FC-BD75-0B331278D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90F8-2C31-3234-8E9D-82117A875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31677-EF81-4A91-8CFC-90E4AFC7ACC8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6A367-ECEC-933F-CDB7-E80D8EFFA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DE50-3CFC-B848-6827-D897F30AB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59DEA-FFEA-4B40-85DC-B5545B6D4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6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362F-6A0C-70C5-1653-5FD344AE9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31" y="1122363"/>
            <a:ext cx="12151569" cy="23876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6 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9631A-414A-3F75-6016-3A7B9F82B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509964"/>
            <a:ext cx="12192000" cy="1323294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3200" b="1" dirty="0"/>
              <a:t>Characteristic Attributes and  Features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4045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AA11-4B50-A95C-6AD0-F70AB21D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Characteristic Attributes and Features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DF09E-3CAF-A9D2-F84D-91AFA714C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083336"/>
          </a:xfrm>
          <a:solidFill>
            <a:srgbClr val="92D050"/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Characteristic Features and Attributes describe a person, object or the system.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They help us to understand the nature and properties of something. 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Both terms are related but they have different meanings.  </a:t>
            </a:r>
          </a:p>
          <a:p>
            <a:pPr algn="just"/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89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0E43-F999-912F-FEEC-54AA6EF2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Characteristic Features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A9B1-181F-DEB0-AAA1-8D2E28AE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Distinguishing the qualities of an object or the system.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Explains what makes something unique.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Often describe the functions, capabilities or the behavior.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differentiate the one thing from one another.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3574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9615-7B11-F07C-196D-00B3F70C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472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Attributes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C491B-41CC-C4EF-22FE-EAB72ABD0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44035"/>
            <a:ext cx="12191999" cy="5288610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Properties of the characteristics used to  describe something.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Can be physical, measurable or deceptive. </a:t>
            </a:r>
          </a:p>
          <a:p>
            <a:pPr algn="just"/>
            <a:r>
              <a:rPr lang="en-US" b="1" dirty="0"/>
              <a:t>It provides the information about an object’s state or nature. </a:t>
            </a:r>
          </a:p>
          <a:p>
            <a:pPr algn="just"/>
            <a:r>
              <a:rPr lang="en-US" b="1" dirty="0"/>
              <a:t>It may include the size, color, weight and speed. </a:t>
            </a:r>
          </a:p>
          <a:p>
            <a:pPr algn="just"/>
            <a:r>
              <a:rPr lang="en-US" b="1" dirty="0"/>
              <a:t>For example, a smartphone has the8 GB RAM, 128 GB, and a black color.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2079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144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6 </vt:lpstr>
      <vt:lpstr>Characteristic Attributes and Features</vt:lpstr>
      <vt:lpstr>Characteristic Features</vt:lpstr>
      <vt:lpstr>Attributes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3</cp:revision>
  <dcterms:created xsi:type="dcterms:W3CDTF">2026-10-16T09:12:08Z</dcterms:created>
  <dcterms:modified xsi:type="dcterms:W3CDTF">2026-10-16T10:00:10Z</dcterms:modified>
</cp:coreProperties>
</file>