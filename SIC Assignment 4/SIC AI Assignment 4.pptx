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45666-352B-7B9E-1420-53B7F5A87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57221-C035-0007-BBAB-5BE3AEB77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B369A-02D0-C8EF-7EA2-DEE2A6C9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9BAC4-FE0C-6363-E594-271ED481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A050-DF45-4853-8CF5-8D5D6FF4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5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CC8B-9DBA-47E2-5881-67A22570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E435-DD3C-DF8E-2583-4AF95ED3E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861C-77AD-922A-3E59-2BDDB7CA7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40930-F2B9-0356-CBF5-0968C6E0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8A9B-D80D-C353-88DE-46811173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773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272C-94D1-6D3E-F21C-BA16D6F9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3DEB5-A7D0-DB26-051B-5B2C3DFE8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DCB5-F9B1-D79F-6467-71D96ABC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B654-02A4-1A03-FF2F-70965134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AF07-0C45-D981-C93A-D5D0BA3A6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13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9416-87FA-F2E8-CD84-631A36E1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9703-AD12-01E7-C617-F3816D6CA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706C-A164-4B01-8232-EB9DB3B04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91037-FE03-080E-6034-A24E69C4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0ACEF-C75F-7BDC-F139-683A019D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18372-460C-DBA6-95CC-9BB81586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5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60F60-C42D-9F76-2E7A-3867290A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D2B76-AD5E-F6AB-F394-B2895E9F9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ED204-8819-036C-18D7-B9A406D4F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4721B-8CF8-5690-5675-85BA7DF08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1B8310-4BF9-D45E-B9E7-5D2D1DE3D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36892-2A39-88A9-DABA-7C65114A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73F20-DD65-69CA-1408-77AE1B869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67926-7B01-21FA-80FD-3BB83D3C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10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B21F-81DE-FEEB-A3D3-8F50E372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156A9-23F6-9071-BFE1-ADB861AA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8B3E3-ADDC-67B0-9C2D-513A4A6E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52F0A-D715-B17F-DCE9-B1B9D99E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63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F8DD5-143E-4E7C-7D14-6652D769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C915D-9E23-EDD9-CDBE-2AC3F00B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BBD0-798F-10F3-919C-A1195587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54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C301-41A0-BE54-E13F-BC14FCD9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C500-18D0-CDC7-5B45-F18F5904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606C9-BAE7-C09D-556F-CD258E669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CE8F0-AAFE-E1AF-24D2-8D642303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57D0F-06D0-234C-CA6E-46716834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69AE3-54F8-2220-F1F7-002AB27B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57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70511-720C-DFAA-593C-8218F3F3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A39CF-A914-B8D0-3842-055495E62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E12A9-2613-A59E-FD65-4C7215371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C2DB6-6AD9-A382-614C-D1D3B0FF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277D7-1CF0-72E1-6B0D-7FE70267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E82D3-0AFD-07EC-B97E-8DAEDCAD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12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55CE-8332-B198-386D-D31B2A1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202F2-9769-30FD-EE0F-2A2DA05EC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69051-6937-B04F-6211-F15EB8C42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FAC2A-88A8-5BEE-B356-131E462B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C6481-4846-E397-580C-9516BFEF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89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162A2-85AC-D71A-BFCB-5B5761782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82176-EDA4-C276-77AA-72ED4190E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BAC73-FC97-AFBD-4747-1D88F365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E227-2D87-6F07-B939-845011F8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7011E-169D-58BC-2337-9E9D1C79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789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4C3FA-8C47-ACBB-2327-A6DD7C2C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061CD-88CC-EED2-1C82-5C0D65F54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609D5-A510-C0A3-F823-E0A8B8164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2CD85-32E6-4D18-9F39-FF0CDDB4581A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C302F-E352-3C18-8D1B-28A0426A5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C3818-0BC0-7733-735F-4E4735841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51A9C-8534-4F09-BEFB-EDF6603FFC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588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71E9-8944-CF7C-D017-DB35493E4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4" y="2043403"/>
            <a:ext cx="12126686" cy="1466559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SIC Task 3 </a:t>
            </a:r>
            <a:endParaRPr lang="en-IN" sz="48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4A558-19BD-DB4E-BFFE-E2B41CE5D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4"/>
            <a:ext cx="12192000" cy="179915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3600" b="1" dirty="0"/>
              <a:t>Spreadsheet 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579834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73AC-8176-6400-11C4-3A39B0946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8620"/>
            <a:ext cx="12192000" cy="1830647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+mn-lt"/>
              </a:rPr>
              <a:t>What is Spreadsheet ? </a:t>
            </a:r>
            <a:endParaRPr lang="en-IN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6C9D-0313-9FD4-EE07-BC876DE36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72026"/>
            <a:ext cx="12191999" cy="5185973"/>
          </a:xfrm>
          <a:solidFill>
            <a:srgbClr val="92D050"/>
          </a:solidFill>
        </p:spPr>
        <p:txBody>
          <a:bodyPr>
            <a:normAutofit/>
          </a:bodyPr>
          <a:lstStyle/>
          <a:p>
            <a:pPr algn="just"/>
            <a:r>
              <a:rPr lang="en-US" sz="3200" b="1" dirty="0"/>
              <a:t>A  spreadsheet is a software application used to organize, store,  calculate and analyze data.  </a:t>
            </a:r>
          </a:p>
          <a:p>
            <a:pPr algn="just"/>
            <a:endParaRPr lang="en-US" sz="3200" b="1"/>
          </a:p>
          <a:p>
            <a:pPr algn="just"/>
            <a:r>
              <a:rPr lang="en-US" sz="3200" b="1" dirty="0"/>
              <a:t>Data is  arranged in the rows and  columns. </a:t>
            </a:r>
          </a:p>
          <a:p>
            <a:pPr algn="just"/>
            <a:endParaRPr lang="en-US" sz="3200" b="1" dirty="0"/>
          </a:p>
          <a:p>
            <a:pPr algn="just"/>
            <a:r>
              <a:rPr lang="en-US" sz="3200" b="1" dirty="0"/>
              <a:t>It can contain the texts, formulae, numbers and charts. </a:t>
            </a:r>
          </a:p>
          <a:p>
            <a:pPr algn="just"/>
            <a:endParaRPr lang="en-US" sz="3200" b="1" dirty="0"/>
          </a:p>
          <a:p>
            <a:pPr algn="just"/>
            <a:r>
              <a:rPr lang="en-US" sz="3200" b="1" dirty="0"/>
              <a:t>Spreadsheets are widely used in the schools, offices, businesses and banks.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31341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SIC Task 3 </vt:lpstr>
      <vt:lpstr>What is Spreadsheet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3</cp:revision>
  <dcterms:created xsi:type="dcterms:W3CDTF">2026-10-16T06:40:53Z</dcterms:created>
  <dcterms:modified xsi:type="dcterms:W3CDTF">2026-10-16T06:53:10Z</dcterms:modified>
</cp:coreProperties>
</file>