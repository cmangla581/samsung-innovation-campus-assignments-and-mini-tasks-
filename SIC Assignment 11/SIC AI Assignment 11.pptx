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8FF7-B09C-B8D2-B66C-215EE3116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128D9-8312-0A5B-AB77-F7661CF52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3C077-A137-6BEF-E5AC-48031191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F3F11-4164-CD49-145C-EB87169A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C118D-17EB-36D6-9555-D7CB91DE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9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20E2-20D7-7D68-C010-A18552EA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1654E-C4F1-60FC-B4E7-E6921E736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FF3FC-65C6-A5D6-B336-CBA93519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8015-67CB-C25E-C93E-813585B1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A3851-96AB-99E6-1500-56A93DF3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34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8445-98F1-DD16-103B-1D510328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B94C1-E4BF-EE21-FFEE-04A3E7BF5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EC0F-0C20-FAE0-8651-252E9E82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109BE-5BCF-419D-17EE-C1838F48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3CFD-9254-D5F2-22EE-DFB5AC9A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77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C2E4-5035-548B-0285-446050DB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330C0-586E-3942-8293-A5F7543AB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D1051-8A90-0F96-6BCE-8430CF7B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6DAC0-26DB-EF36-F2FA-AFD02FAE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E9E9D-C2EA-FEBD-26DD-91A0EC62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70741-40F0-9ECB-F60E-49C862ED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1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40C4-DC02-FC12-00CF-34D83FF42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C6E10-4A17-2F92-BEE9-1B10DAA90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B0BE-04F3-0797-931E-86EC1FEA5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A85BF-3E26-82FC-BB61-A1BAD7F4D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4CCD1-A432-975F-E0BB-9E8A0D581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8972E-2E77-1629-4189-D108DE7F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F73BA-4C9F-0C12-A14B-6EE8C5A0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90DE-57E2-A96B-5532-6D0DADA2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54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D45A-0FA7-3236-B60D-A7C9692A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A88F1-AA23-F8BF-8769-4F618A37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3C0F8-69F5-30F1-60C6-EDEDA32B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D8214-C419-D945-E2FC-A3ADA710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84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F0A1F-5E55-B659-5B87-BF99AE9E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6FA19-89AA-7723-256C-8EF27BBE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4350D-9C7E-6BF0-94FE-A86AB0BD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65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8EC1-752A-1CEC-D452-78CCE078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56A16-CB04-2F6E-C186-18826A635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A2E54-B2DA-C7AB-3987-8C76638D4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AD388-00DC-3F11-81C5-4B497E2F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7E401-4C60-14F9-BD9A-F5A16E67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B9B09-8B38-2324-271E-4BA7F2CA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48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06CA-ED02-95D1-CA8E-64711424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07632-34A9-B101-86A2-92A009859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8B4DF-CD60-1B14-AD5C-FEABC611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EA4FE-4F89-6543-E9F5-3F4240D1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8AB6F-8AA0-A20B-C33E-3449664E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360AC-FB71-769D-F8E8-D6D5A6DC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65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5214-735D-BA9B-F386-4B21C6A3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99FB2-140E-3965-0761-4EA74C532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1744-B3D7-AFD2-D385-9DCFBCDD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2A01-B319-7932-67C3-88420C22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E00DD-4708-2DB8-8E46-9960400B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8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90CFB-2DDD-ADC5-B41F-858D4029B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17604-F111-E3E6-3333-38D0B0B74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F05AF-080B-DFF4-7B4D-C1EA1C85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71CF5-379B-EB51-41EB-1D9F904F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182F5-8D22-D282-BE7B-D5766007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6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D3E0B-8D0A-7198-F0E8-F54A9AE4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027B4-02AE-E1F6-B77C-19036E93E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E6AA7-0315-051F-1F71-96166F7B3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5F196-4310-4D93-8246-7275B4A2C67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A577B-07A8-316A-3E96-14C60C699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BF1F8-C842-6B79-89AF-77D652B66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57D95-2365-48CB-B8C7-E978C4C3D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20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D23A-AC03-5641-F36E-08CE2EA4C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82147"/>
            <a:ext cx="12192000" cy="1727816"/>
          </a:xfrm>
          <a:solidFill>
            <a:srgbClr val="FFFF00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Task 11 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0FE72-52DC-D45E-483F-C86D5BED1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29984"/>
            <a:ext cx="12192000" cy="1727816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/>
              <a:t>Algebra and Linear Algebra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35035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AE25-8C64-E3B4-E7BE-E50D8148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Introduction to Algebra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E1C8-5987-0D4D-EF66-2D6396C85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FF00"/>
          </a:solidFill>
        </p:spPr>
        <p:txBody>
          <a:bodyPr/>
          <a:lstStyle/>
          <a:p>
            <a:pPr algn="just"/>
            <a:r>
              <a:rPr lang="en-US" b="1" dirty="0"/>
              <a:t>Algebra uses the symbols and variables to represent the numbers.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express the mathematical relations and solve equations.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includes the variables, constants, coefficients and expressions.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AI uses the algebra to represent the problems and calculate predictions.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321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B96F-B7EE-5984-3ACE-FBFBF8CC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Linear Algebra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AA8C-FECF-4755-DFBB-804E9C73A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232626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Linear Algebra is the study of the vectors, matrices and linear equations.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represent and process the large amounts of data.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It is a fundamental mathematical tool in machine learning and deep learning.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It supports the efficient calculators in AI systems. </a:t>
            </a:r>
          </a:p>
        </p:txBody>
      </p:sp>
    </p:spTree>
    <p:extLst>
      <p:ext uri="{BB962C8B-B14F-4D97-AF65-F5344CB8AC3E}">
        <p14:creationId xmlns:p14="http://schemas.microsoft.com/office/powerpoint/2010/main" val="112854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464C-CA65-6F93-B1BD-F9124CE5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Role of Algebra in AI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94CF-6E89-7DA4-14CA-1D242E40A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It represents the relationships between the input variables and outputs.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create the mathematical models.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predictions and optimizations.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calculate the errors during the model training.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enables the AI systems to learn patterns from data. 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5555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C8E7-8945-9C41-05DC-37C3F206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Role of Linear Algebra in AI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70D4-5486-DA6E-1EA8-E611BF51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It represents the datasets  using the linear algebra and vectors.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performs the </a:t>
            </a:r>
            <a:r>
              <a:rPr lang="en-US" b="1" dirty="0" err="1"/>
              <a:t>calcultions</a:t>
            </a:r>
            <a:r>
              <a:rPr lang="en-US" b="1" dirty="0"/>
              <a:t> using the neural networks.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image, text and speech processing.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reduce the number of features in large datasets.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makes the large scale machine </a:t>
            </a:r>
            <a:r>
              <a:rPr lang="en-US" b="1"/>
              <a:t>learning computations more efficient.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2293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217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11 </vt:lpstr>
      <vt:lpstr>Introduction to Algebra</vt:lpstr>
      <vt:lpstr>Linear Algebra</vt:lpstr>
      <vt:lpstr>Role of Algebra in AI</vt:lpstr>
      <vt:lpstr>Role of Linear Algebra in AI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7</cp:revision>
  <dcterms:created xsi:type="dcterms:W3CDTF">2026-10-24T09:46:54Z</dcterms:created>
  <dcterms:modified xsi:type="dcterms:W3CDTF">2026-10-24T10:51:42Z</dcterms:modified>
</cp:coreProperties>
</file>